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68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1A0BBE-2A9E-4F62-B027-B943BF093555}" v="15" dt="2025-11-23T15:46:25.3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7" d="100"/>
          <a:sy n="97" d="100"/>
        </p:scale>
        <p:origin x="274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yago Ferreira" userId="50fb4d8820c9d0c6" providerId="LiveId" clId="{125D029D-AD01-4501-A7D8-66C3CD855981}"/>
    <pc:docChg chg="undo redo custSel addSld modSld">
      <pc:chgData name="Thyago Ferreira" userId="50fb4d8820c9d0c6" providerId="LiveId" clId="{125D029D-AD01-4501-A7D8-66C3CD855981}" dt="2025-11-23T15:47:16.840" v="1673" actId="313"/>
      <pc:docMkLst>
        <pc:docMk/>
      </pc:docMkLst>
      <pc:sldChg chg="modSp mod">
        <pc:chgData name="Thyago Ferreira" userId="50fb4d8820c9d0c6" providerId="LiveId" clId="{125D029D-AD01-4501-A7D8-66C3CD855981}" dt="2025-11-23T15:08:46.386" v="455" actId="113"/>
        <pc:sldMkLst>
          <pc:docMk/>
          <pc:sldMk cId="2703368099" sldId="259"/>
        </pc:sldMkLst>
        <pc:spChg chg="mod">
          <ac:chgData name="Thyago Ferreira" userId="50fb4d8820c9d0c6" providerId="LiveId" clId="{125D029D-AD01-4501-A7D8-66C3CD855981}" dt="2025-11-23T15:08:46.386" v="455" actId="113"/>
          <ac:spMkLst>
            <pc:docMk/>
            <pc:sldMk cId="2703368099" sldId="259"/>
            <ac:spMk id="3" creationId="{D74AB532-0820-B356-83FA-45D4F3D262A4}"/>
          </ac:spMkLst>
        </pc:spChg>
      </pc:sldChg>
      <pc:sldChg chg="add">
        <pc:chgData name="Thyago Ferreira" userId="50fb4d8820c9d0c6" providerId="LiveId" clId="{125D029D-AD01-4501-A7D8-66C3CD855981}" dt="2025-11-23T14:42:37.637" v="0" actId="2890"/>
        <pc:sldMkLst>
          <pc:docMk/>
          <pc:sldMk cId="1948040416" sldId="264"/>
        </pc:sldMkLst>
      </pc:sldChg>
      <pc:sldChg chg="modSp add mod">
        <pc:chgData name="Thyago Ferreira" userId="50fb4d8820c9d0c6" providerId="LiveId" clId="{125D029D-AD01-4501-A7D8-66C3CD855981}" dt="2025-11-23T15:05:21.448" v="410" actId="114"/>
        <pc:sldMkLst>
          <pc:docMk/>
          <pc:sldMk cId="851830135" sldId="265"/>
        </pc:sldMkLst>
        <pc:spChg chg="mod">
          <ac:chgData name="Thyago Ferreira" userId="50fb4d8820c9d0c6" providerId="LiveId" clId="{125D029D-AD01-4501-A7D8-66C3CD855981}" dt="2025-11-23T15:05:21.448" v="410" actId="114"/>
          <ac:spMkLst>
            <pc:docMk/>
            <pc:sldMk cId="851830135" sldId="265"/>
            <ac:spMk id="2" creationId="{06A781D3-A92F-476A-A230-99159476A3C6}"/>
          </ac:spMkLst>
        </pc:spChg>
      </pc:sldChg>
      <pc:sldChg chg="addSp delSp modSp add mod">
        <pc:chgData name="Thyago Ferreira" userId="50fb4d8820c9d0c6" providerId="LiveId" clId="{125D029D-AD01-4501-A7D8-66C3CD855981}" dt="2025-11-23T15:32:46.272" v="1459" actId="20577"/>
        <pc:sldMkLst>
          <pc:docMk/>
          <pc:sldMk cId="3822900963" sldId="266"/>
        </pc:sldMkLst>
        <pc:spChg chg="mod">
          <ac:chgData name="Thyago Ferreira" userId="50fb4d8820c9d0c6" providerId="LiveId" clId="{125D029D-AD01-4501-A7D8-66C3CD855981}" dt="2025-11-23T15:22:25.616" v="494" actId="1076"/>
          <ac:spMkLst>
            <pc:docMk/>
            <pc:sldMk cId="3822900963" sldId="266"/>
            <ac:spMk id="2" creationId="{30CD9EBC-DD98-77B4-153E-4FB65FA44A89}"/>
          </ac:spMkLst>
        </pc:spChg>
        <pc:spChg chg="add mod">
          <ac:chgData name="Thyago Ferreira" userId="50fb4d8820c9d0c6" providerId="LiveId" clId="{125D029D-AD01-4501-A7D8-66C3CD855981}" dt="2025-11-23T15:32:30.915" v="1457" actId="1076"/>
          <ac:spMkLst>
            <pc:docMk/>
            <pc:sldMk cId="3822900963" sldId="266"/>
            <ac:spMk id="19" creationId="{8B0220E8-B43A-F758-DB40-CBA1BD4740AD}"/>
          </ac:spMkLst>
        </pc:spChg>
        <pc:spChg chg="add mod">
          <ac:chgData name="Thyago Ferreira" userId="50fb4d8820c9d0c6" providerId="LiveId" clId="{125D029D-AD01-4501-A7D8-66C3CD855981}" dt="2025-11-23T15:32:30.915" v="1457" actId="1076"/>
          <ac:spMkLst>
            <pc:docMk/>
            <pc:sldMk cId="3822900963" sldId="266"/>
            <ac:spMk id="20" creationId="{F2B41E5D-DFDB-D2A6-9836-1845672D4B4B}"/>
          </ac:spMkLst>
        </pc:spChg>
        <pc:spChg chg="add mod">
          <ac:chgData name="Thyago Ferreira" userId="50fb4d8820c9d0c6" providerId="LiveId" clId="{125D029D-AD01-4501-A7D8-66C3CD855981}" dt="2025-11-23T15:32:30.915" v="1457" actId="1076"/>
          <ac:spMkLst>
            <pc:docMk/>
            <pc:sldMk cId="3822900963" sldId="266"/>
            <ac:spMk id="21" creationId="{ABBB101B-787A-A469-B673-8F0987FFB2F9}"/>
          </ac:spMkLst>
        </pc:spChg>
        <pc:spChg chg="add mod">
          <ac:chgData name="Thyago Ferreira" userId="50fb4d8820c9d0c6" providerId="LiveId" clId="{125D029D-AD01-4501-A7D8-66C3CD855981}" dt="2025-11-23T15:32:30.915" v="1457" actId="1076"/>
          <ac:spMkLst>
            <pc:docMk/>
            <pc:sldMk cId="3822900963" sldId="266"/>
            <ac:spMk id="22" creationId="{91A8F5A9-784C-63BD-3603-7D14A51FB467}"/>
          </ac:spMkLst>
        </pc:spChg>
        <pc:spChg chg="add mod">
          <ac:chgData name="Thyago Ferreira" userId="50fb4d8820c9d0c6" providerId="LiveId" clId="{125D029D-AD01-4501-A7D8-66C3CD855981}" dt="2025-11-23T15:32:30.915" v="1457" actId="1076"/>
          <ac:spMkLst>
            <pc:docMk/>
            <pc:sldMk cId="3822900963" sldId="266"/>
            <ac:spMk id="23" creationId="{47DE9ECA-7D29-849D-ED8C-E4D5054E8EDE}"/>
          </ac:spMkLst>
        </pc:spChg>
        <pc:spChg chg="add mod">
          <ac:chgData name="Thyago Ferreira" userId="50fb4d8820c9d0c6" providerId="LiveId" clId="{125D029D-AD01-4501-A7D8-66C3CD855981}" dt="2025-11-23T15:32:46.272" v="1459" actId="20577"/>
          <ac:spMkLst>
            <pc:docMk/>
            <pc:sldMk cId="3822900963" sldId="266"/>
            <ac:spMk id="24" creationId="{6BEDA1EF-90CF-42F2-4A82-A7069B0CED1C}"/>
          </ac:spMkLst>
        </pc:spChg>
        <pc:picChg chg="add del mod">
          <ac:chgData name="Thyago Ferreira" userId="50fb4d8820c9d0c6" providerId="LiveId" clId="{125D029D-AD01-4501-A7D8-66C3CD855981}" dt="2025-11-23T15:12:13.951" v="463" actId="478"/>
          <ac:picMkLst>
            <pc:docMk/>
            <pc:sldMk cId="3822900963" sldId="266"/>
            <ac:picMk id="4" creationId="{8CD9FAC5-8EBE-F3E3-811E-4D68D83B1EA2}"/>
          </ac:picMkLst>
        </pc:picChg>
        <pc:picChg chg="add mod">
          <ac:chgData name="Thyago Ferreira" userId="50fb4d8820c9d0c6" providerId="LiveId" clId="{125D029D-AD01-4501-A7D8-66C3CD855981}" dt="2025-11-23T15:32:30.915" v="1457" actId="1076"/>
          <ac:picMkLst>
            <pc:docMk/>
            <pc:sldMk cId="3822900963" sldId="266"/>
            <ac:picMk id="8" creationId="{0287D13B-B227-A6C1-EFB8-8C0AB2325059}"/>
          </ac:picMkLst>
        </pc:picChg>
        <pc:picChg chg="add mod">
          <ac:chgData name="Thyago Ferreira" userId="50fb4d8820c9d0c6" providerId="LiveId" clId="{125D029D-AD01-4501-A7D8-66C3CD855981}" dt="2025-11-23T15:32:30.915" v="1457" actId="1076"/>
          <ac:picMkLst>
            <pc:docMk/>
            <pc:sldMk cId="3822900963" sldId="266"/>
            <ac:picMk id="10" creationId="{5C11E95D-39DE-C4B6-0C13-2B91B4EA4D0F}"/>
          </ac:picMkLst>
        </pc:picChg>
        <pc:picChg chg="add mod">
          <ac:chgData name="Thyago Ferreira" userId="50fb4d8820c9d0c6" providerId="LiveId" clId="{125D029D-AD01-4501-A7D8-66C3CD855981}" dt="2025-11-23T15:32:06.318" v="1454" actId="1076"/>
          <ac:picMkLst>
            <pc:docMk/>
            <pc:sldMk cId="3822900963" sldId="266"/>
            <ac:picMk id="12" creationId="{EF147C30-A658-F05B-F298-556EFE9C3725}"/>
          </ac:picMkLst>
        </pc:picChg>
        <pc:picChg chg="add mod">
          <ac:chgData name="Thyago Ferreira" userId="50fb4d8820c9d0c6" providerId="LiveId" clId="{125D029D-AD01-4501-A7D8-66C3CD855981}" dt="2025-11-23T15:32:30.915" v="1457" actId="1076"/>
          <ac:picMkLst>
            <pc:docMk/>
            <pc:sldMk cId="3822900963" sldId="266"/>
            <ac:picMk id="14" creationId="{9AF20312-8B97-45BA-BE48-B908D6A97456}"/>
          </ac:picMkLst>
        </pc:picChg>
        <pc:picChg chg="add mod">
          <ac:chgData name="Thyago Ferreira" userId="50fb4d8820c9d0c6" providerId="LiveId" clId="{125D029D-AD01-4501-A7D8-66C3CD855981}" dt="2025-11-23T15:31:36.153" v="1447" actId="1076"/>
          <ac:picMkLst>
            <pc:docMk/>
            <pc:sldMk cId="3822900963" sldId="266"/>
            <ac:picMk id="16" creationId="{1F0B8454-A0FB-9405-9190-282F6A529C06}"/>
          </ac:picMkLst>
        </pc:picChg>
        <pc:picChg chg="add mod">
          <ac:chgData name="Thyago Ferreira" userId="50fb4d8820c9d0c6" providerId="LiveId" clId="{125D029D-AD01-4501-A7D8-66C3CD855981}" dt="2025-11-23T15:32:30.915" v="1457" actId="1076"/>
          <ac:picMkLst>
            <pc:docMk/>
            <pc:sldMk cId="3822900963" sldId="266"/>
            <ac:picMk id="18" creationId="{D1FEFCA1-652E-65AA-7EF6-9C444F589162}"/>
          </ac:picMkLst>
        </pc:picChg>
      </pc:sldChg>
      <pc:sldChg chg="addSp delSp modSp add mod">
        <pc:chgData name="Thyago Ferreira" userId="50fb4d8820c9d0c6" providerId="LiveId" clId="{125D029D-AD01-4501-A7D8-66C3CD855981}" dt="2025-11-23T15:34:11.068" v="1492" actId="1076"/>
        <pc:sldMkLst>
          <pc:docMk/>
          <pc:sldMk cId="3015879224" sldId="267"/>
        </pc:sldMkLst>
        <pc:spChg chg="mod">
          <ac:chgData name="Thyago Ferreira" userId="50fb4d8820c9d0c6" providerId="LiveId" clId="{125D029D-AD01-4501-A7D8-66C3CD855981}" dt="2025-11-23T15:33:51.550" v="1486" actId="20577"/>
          <ac:spMkLst>
            <pc:docMk/>
            <pc:sldMk cId="3015879224" sldId="267"/>
            <ac:spMk id="2" creationId="{E955A93B-B449-DC5A-DC92-610BFA0C3BC7}"/>
          </ac:spMkLst>
        </pc:spChg>
        <pc:spChg chg="del">
          <ac:chgData name="Thyago Ferreira" userId="50fb4d8820c9d0c6" providerId="LiveId" clId="{125D029D-AD01-4501-A7D8-66C3CD855981}" dt="2025-11-23T15:33:00.087" v="1461" actId="478"/>
          <ac:spMkLst>
            <pc:docMk/>
            <pc:sldMk cId="3015879224" sldId="267"/>
            <ac:spMk id="19" creationId="{696CFF82-3E41-6F7E-D5A6-4E1C9D6D7683}"/>
          </ac:spMkLst>
        </pc:spChg>
        <pc:spChg chg="del">
          <ac:chgData name="Thyago Ferreira" userId="50fb4d8820c9d0c6" providerId="LiveId" clId="{125D029D-AD01-4501-A7D8-66C3CD855981}" dt="2025-11-23T15:33:00.087" v="1461" actId="478"/>
          <ac:spMkLst>
            <pc:docMk/>
            <pc:sldMk cId="3015879224" sldId="267"/>
            <ac:spMk id="20" creationId="{51D56546-919E-9F4D-917D-7EC6BD3C77FC}"/>
          </ac:spMkLst>
        </pc:spChg>
        <pc:spChg chg="del">
          <ac:chgData name="Thyago Ferreira" userId="50fb4d8820c9d0c6" providerId="LiveId" clId="{125D029D-AD01-4501-A7D8-66C3CD855981}" dt="2025-11-23T15:33:00.087" v="1461" actId="478"/>
          <ac:spMkLst>
            <pc:docMk/>
            <pc:sldMk cId="3015879224" sldId="267"/>
            <ac:spMk id="21" creationId="{0BC5D027-CD99-AB3B-7808-5456E1862603}"/>
          </ac:spMkLst>
        </pc:spChg>
        <pc:spChg chg="del">
          <ac:chgData name="Thyago Ferreira" userId="50fb4d8820c9d0c6" providerId="LiveId" clId="{125D029D-AD01-4501-A7D8-66C3CD855981}" dt="2025-11-23T15:33:00.087" v="1461" actId="478"/>
          <ac:spMkLst>
            <pc:docMk/>
            <pc:sldMk cId="3015879224" sldId="267"/>
            <ac:spMk id="22" creationId="{FA909006-82FF-03EF-8320-CE3084D91227}"/>
          </ac:spMkLst>
        </pc:spChg>
        <pc:spChg chg="del">
          <ac:chgData name="Thyago Ferreira" userId="50fb4d8820c9d0c6" providerId="LiveId" clId="{125D029D-AD01-4501-A7D8-66C3CD855981}" dt="2025-11-23T15:33:03.258" v="1462" actId="478"/>
          <ac:spMkLst>
            <pc:docMk/>
            <pc:sldMk cId="3015879224" sldId="267"/>
            <ac:spMk id="23" creationId="{DF2228DD-F2F9-983F-3F30-CF499818F1F3}"/>
          </ac:spMkLst>
        </pc:spChg>
        <pc:spChg chg="del">
          <ac:chgData name="Thyago Ferreira" userId="50fb4d8820c9d0c6" providerId="LiveId" clId="{125D029D-AD01-4501-A7D8-66C3CD855981}" dt="2025-11-23T15:33:05.130" v="1463" actId="478"/>
          <ac:spMkLst>
            <pc:docMk/>
            <pc:sldMk cId="3015879224" sldId="267"/>
            <ac:spMk id="24" creationId="{EE10887D-341C-CD63-53B1-75B75DC3A2EE}"/>
          </ac:spMkLst>
        </pc:spChg>
        <pc:picChg chg="add mod modCrop">
          <ac:chgData name="Thyago Ferreira" userId="50fb4d8820c9d0c6" providerId="LiveId" clId="{125D029D-AD01-4501-A7D8-66C3CD855981}" dt="2025-11-23T15:34:11.068" v="1492" actId="1076"/>
          <ac:picMkLst>
            <pc:docMk/>
            <pc:sldMk cId="3015879224" sldId="267"/>
            <ac:picMk id="4" creationId="{A95A3413-7414-9104-B30C-2B3680260446}"/>
          </ac:picMkLst>
        </pc:picChg>
        <pc:picChg chg="del">
          <ac:chgData name="Thyago Ferreira" userId="50fb4d8820c9d0c6" providerId="LiveId" clId="{125D029D-AD01-4501-A7D8-66C3CD855981}" dt="2025-11-23T15:33:00.087" v="1461" actId="478"/>
          <ac:picMkLst>
            <pc:docMk/>
            <pc:sldMk cId="3015879224" sldId="267"/>
            <ac:picMk id="8" creationId="{8AA829D6-9269-93C7-123E-5B5E49906021}"/>
          </ac:picMkLst>
        </pc:picChg>
        <pc:picChg chg="del">
          <ac:chgData name="Thyago Ferreira" userId="50fb4d8820c9d0c6" providerId="LiveId" clId="{125D029D-AD01-4501-A7D8-66C3CD855981}" dt="2025-11-23T15:33:00.087" v="1461" actId="478"/>
          <ac:picMkLst>
            <pc:docMk/>
            <pc:sldMk cId="3015879224" sldId="267"/>
            <ac:picMk id="10" creationId="{61FB7AAA-8964-0B2B-3344-91B3904E448F}"/>
          </ac:picMkLst>
        </pc:picChg>
        <pc:picChg chg="del">
          <ac:chgData name="Thyago Ferreira" userId="50fb4d8820c9d0c6" providerId="LiveId" clId="{125D029D-AD01-4501-A7D8-66C3CD855981}" dt="2025-11-23T15:33:00.087" v="1461" actId="478"/>
          <ac:picMkLst>
            <pc:docMk/>
            <pc:sldMk cId="3015879224" sldId="267"/>
            <ac:picMk id="12" creationId="{1FAD0B6D-891D-77D5-7B1E-5F8B3E1413A1}"/>
          </ac:picMkLst>
        </pc:picChg>
        <pc:picChg chg="del">
          <ac:chgData name="Thyago Ferreira" userId="50fb4d8820c9d0c6" providerId="LiveId" clId="{125D029D-AD01-4501-A7D8-66C3CD855981}" dt="2025-11-23T15:33:00.087" v="1461" actId="478"/>
          <ac:picMkLst>
            <pc:docMk/>
            <pc:sldMk cId="3015879224" sldId="267"/>
            <ac:picMk id="14" creationId="{BA633558-9616-A944-6591-556FECF5D778}"/>
          </ac:picMkLst>
        </pc:picChg>
        <pc:picChg chg="del">
          <ac:chgData name="Thyago Ferreira" userId="50fb4d8820c9d0c6" providerId="LiveId" clId="{125D029D-AD01-4501-A7D8-66C3CD855981}" dt="2025-11-23T15:33:00.087" v="1461" actId="478"/>
          <ac:picMkLst>
            <pc:docMk/>
            <pc:sldMk cId="3015879224" sldId="267"/>
            <ac:picMk id="16" creationId="{756E9251-DD6B-FAC7-52F9-F7A1FACB4219}"/>
          </ac:picMkLst>
        </pc:picChg>
        <pc:picChg chg="del">
          <ac:chgData name="Thyago Ferreira" userId="50fb4d8820c9d0c6" providerId="LiveId" clId="{125D029D-AD01-4501-A7D8-66C3CD855981}" dt="2025-11-23T15:33:00.087" v="1461" actId="478"/>
          <ac:picMkLst>
            <pc:docMk/>
            <pc:sldMk cId="3015879224" sldId="267"/>
            <ac:picMk id="18" creationId="{3CC993E8-F4A0-D298-AD47-4D0397BF10E9}"/>
          </ac:picMkLst>
        </pc:picChg>
      </pc:sldChg>
      <pc:sldChg chg="addSp delSp modSp add mod">
        <pc:chgData name="Thyago Ferreira" userId="50fb4d8820c9d0c6" providerId="LiveId" clId="{125D029D-AD01-4501-A7D8-66C3CD855981}" dt="2025-11-23T15:34:49.437" v="1507" actId="20577"/>
        <pc:sldMkLst>
          <pc:docMk/>
          <pc:sldMk cId="4250654583" sldId="268"/>
        </pc:sldMkLst>
        <pc:spChg chg="mod">
          <ac:chgData name="Thyago Ferreira" userId="50fb4d8820c9d0c6" providerId="LiveId" clId="{125D029D-AD01-4501-A7D8-66C3CD855981}" dt="2025-11-23T15:34:49.437" v="1507" actId="20577"/>
          <ac:spMkLst>
            <pc:docMk/>
            <pc:sldMk cId="4250654583" sldId="268"/>
            <ac:spMk id="2" creationId="{FABB26A1-662B-2E63-4982-4CF1F2AE1241}"/>
          </ac:spMkLst>
        </pc:spChg>
        <pc:picChg chg="del">
          <ac:chgData name="Thyago Ferreira" userId="50fb4d8820c9d0c6" providerId="LiveId" clId="{125D029D-AD01-4501-A7D8-66C3CD855981}" dt="2025-11-23T15:34:18.628" v="1494" actId="478"/>
          <ac:picMkLst>
            <pc:docMk/>
            <pc:sldMk cId="4250654583" sldId="268"/>
            <ac:picMk id="4" creationId="{57FC8796-1A5B-ED2B-7561-3E8CD9391DC9}"/>
          </ac:picMkLst>
        </pc:picChg>
        <pc:picChg chg="add mod">
          <ac:chgData name="Thyago Ferreira" userId="50fb4d8820c9d0c6" providerId="LiveId" clId="{125D029D-AD01-4501-A7D8-66C3CD855981}" dt="2025-11-23T15:34:46.269" v="1499" actId="1440"/>
          <ac:picMkLst>
            <pc:docMk/>
            <pc:sldMk cId="4250654583" sldId="268"/>
            <ac:picMk id="6" creationId="{CE6843D3-9BC9-6E1B-F8FC-D9F51291BA7D}"/>
          </ac:picMkLst>
        </pc:picChg>
      </pc:sldChg>
      <pc:sldChg chg="addSp delSp modSp add mod">
        <pc:chgData name="Thyago Ferreira" userId="50fb4d8820c9d0c6" providerId="LiveId" clId="{125D029D-AD01-4501-A7D8-66C3CD855981}" dt="2025-11-23T15:36:17.828" v="1523" actId="1076"/>
        <pc:sldMkLst>
          <pc:docMk/>
          <pc:sldMk cId="1618977258" sldId="269"/>
        </pc:sldMkLst>
        <pc:picChg chg="del">
          <ac:chgData name="Thyago Ferreira" userId="50fb4d8820c9d0c6" providerId="LiveId" clId="{125D029D-AD01-4501-A7D8-66C3CD855981}" dt="2025-11-23T15:35:44.309" v="1509" actId="478"/>
          <ac:picMkLst>
            <pc:docMk/>
            <pc:sldMk cId="1618977258" sldId="269"/>
            <ac:picMk id="4" creationId="{D79D6760-BB12-9F8A-9C96-34DA72073158}"/>
          </ac:picMkLst>
        </pc:picChg>
        <pc:picChg chg="add mod">
          <ac:chgData name="Thyago Ferreira" userId="50fb4d8820c9d0c6" providerId="LiveId" clId="{125D029D-AD01-4501-A7D8-66C3CD855981}" dt="2025-11-23T15:36:17.828" v="1523" actId="1076"/>
          <ac:picMkLst>
            <pc:docMk/>
            <pc:sldMk cId="1618977258" sldId="269"/>
            <ac:picMk id="6" creationId="{D2A2B179-92BB-DAFD-4FEA-ABF8C2016801}"/>
          </ac:picMkLst>
        </pc:picChg>
      </pc:sldChg>
      <pc:sldChg chg="addSp delSp modSp add mod">
        <pc:chgData name="Thyago Ferreira" userId="50fb4d8820c9d0c6" providerId="LiveId" clId="{125D029D-AD01-4501-A7D8-66C3CD855981}" dt="2025-11-23T15:37:29.061" v="1529" actId="1440"/>
        <pc:sldMkLst>
          <pc:docMk/>
          <pc:sldMk cId="2019733856" sldId="270"/>
        </pc:sldMkLst>
        <pc:picChg chg="add mod">
          <ac:chgData name="Thyago Ferreira" userId="50fb4d8820c9d0c6" providerId="LiveId" clId="{125D029D-AD01-4501-A7D8-66C3CD855981}" dt="2025-11-23T15:37:29.061" v="1529" actId="1440"/>
          <ac:picMkLst>
            <pc:docMk/>
            <pc:sldMk cId="2019733856" sldId="270"/>
            <ac:picMk id="4" creationId="{568BB37B-9287-4C5E-AB86-A715C686FC50}"/>
          </ac:picMkLst>
        </pc:picChg>
        <pc:picChg chg="del">
          <ac:chgData name="Thyago Ferreira" userId="50fb4d8820c9d0c6" providerId="LiveId" clId="{125D029D-AD01-4501-A7D8-66C3CD855981}" dt="2025-11-23T15:37:19.698" v="1525" actId="478"/>
          <ac:picMkLst>
            <pc:docMk/>
            <pc:sldMk cId="2019733856" sldId="270"/>
            <ac:picMk id="6" creationId="{AA1FB783-4E92-2701-F1FB-8E0697E172C4}"/>
          </ac:picMkLst>
        </pc:picChg>
      </pc:sldChg>
      <pc:sldChg chg="addSp delSp modSp add mod">
        <pc:chgData name="Thyago Ferreira" userId="50fb4d8820c9d0c6" providerId="LiveId" clId="{125D029D-AD01-4501-A7D8-66C3CD855981}" dt="2025-11-23T15:38:27.310" v="1536" actId="1440"/>
        <pc:sldMkLst>
          <pc:docMk/>
          <pc:sldMk cId="4022761855" sldId="271"/>
        </pc:sldMkLst>
        <pc:picChg chg="add mod">
          <ac:chgData name="Thyago Ferreira" userId="50fb4d8820c9d0c6" providerId="LiveId" clId="{125D029D-AD01-4501-A7D8-66C3CD855981}" dt="2025-11-23T15:38:27.310" v="1536" actId="1440"/>
          <ac:picMkLst>
            <pc:docMk/>
            <pc:sldMk cId="4022761855" sldId="271"/>
            <ac:picMk id="4" creationId="{41F7A96B-18A7-E8F0-F7B6-6FB5CAA1A3E7}"/>
          </ac:picMkLst>
        </pc:picChg>
        <pc:picChg chg="del">
          <ac:chgData name="Thyago Ferreira" userId="50fb4d8820c9d0c6" providerId="LiveId" clId="{125D029D-AD01-4501-A7D8-66C3CD855981}" dt="2025-11-23T15:38:16.794" v="1531" actId="478"/>
          <ac:picMkLst>
            <pc:docMk/>
            <pc:sldMk cId="4022761855" sldId="271"/>
            <ac:picMk id="6" creationId="{66C38702-4033-61E0-752A-C0F11A8E7BEE}"/>
          </ac:picMkLst>
        </pc:picChg>
      </pc:sldChg>
      <pc:sldChg chg="addSp delSp modSp add mod">
        <pc:chgData name="Thyago Ferreira" userId="50fb4d8820c9d0c6" providerId="LiveId" clId="{125D029D-AD01-4501-A7D8-66C3CD855981}" dt="2025-11-23T15:39:17.117" v="1559" actId="1076"/>
        <pc:sldMkLst>
          <pc:docMk/>
          <pc:sldMk cId="3058504130" sldId="272"/>
        </pc:sldMkLst>
        <pc:spChg chg="mod">
          <ac:chgData name="Thyago Ferreira" userId="50fb4d8820c9d0c6" providerId="LiveId" clId="{125D029D-AD01-4501-A7D8-66C3CD855981}" dt="2025-11-23T15:39:13.005" v="1558" actId="20577"/>
          <ac:spMkLst>
            <pc:docMk/>
            <pc:sldMk cId="3058504130" sldId="272"/>
            <ac:spMk id="2" creationId="{65591C6E-5ECC-B6EA-A8DA-3A1DE662DFDB}"/>
          </ac:spMkLst>
        </pc:spChg>
        <pc:picChg chg="del">
          <ac:chgData name="Thyago Ferreira" userId="50fb4d8820c9d0c6" providerId="LiveId" clId="{125D029D-AD01-4501-A7D8-66C3CD855981}" dt="2025-11-23T15:38:32.368" v="1538" actId="478"/>
          <ac:picMkLst>
            <pc:docMk/>
            <pc:sldMk cId="3058504130" sldId="272"/>
            <ac:picMk id="4" creationId="{A50EAAB3-835C-A6FC-6A35-820A109EF93A}"/>
          </ac:picMkLst>
        </pc:picChg>
        <pc:picChg chg="add mod">
          <ac:chgData name="Thyago Ferreira" userId="50fb4d8820c9d0c6" providerId="LiveId" clId="{125D029D-AD01-4501-A7D8-66C3CD855981}" dt="2025-11-23T15:39:17.117" v="1559" actId="1076"/>
          <ac:picMkLst>
            <pc:docMk/>
            <pc:sldMk cId="3058504130" sldId="272"/>
            <ac:picMk id="6" creationId="{D47DE355-7D89-7DF9-ED87-54E755F2AE38}"/>
          </ac:picMkLst>
        </pc:picChg>
      </pc:sldChg>
      <pc:sldChg chg="addSp delSp modSp add mod">
        <pc:chgData name="Thyago Ferreira" userId="50fb4d8820c9d0c6" providerId="LiveId" clId="{125D029D-AD01-4501-A7D8-66C3CD855981}" dt="2025-11-23T15:40:19.848" v="1566" actId="1076"/>
        <pc:sldMkLst>
          <pc:docMk/>
          <pc:sldMk cId="577463846" sldId="273"/>
        </pc:sldMkLst>
        <pc:picChg chg="add mod">
          <ac:chgData name="Thyago Ferreira" userId="50fb4d8820c9d0c6" providerId="LiveId" clId="{125D029D-AD01-4501-A7D8-66C3CD855981}" dt="2025-11-23T15:40:19.848" v="1566" actId="1076"/>
          <ac:picMkLst>
            <pc:docMk/>
            <pc:sldMk cId="577463846" sldId="273"/>
            <ac:picMk id="4" creationId="{3553AABC-5B6C-BFDE-F2FD-25549B7988AF}"/>
          </ac:picMkLst>
        </pc:picChg>
        <pc:picChg chg="del">
          <ac:chgData name="Thyago Ferreira" userId="50fb4d8820c9d0c6" providerId="LiveId" clId="{125D029D-AD01-4501-A7D8-66C3CD855981}" dt="2025-11-23T15:39:21.165" v="1561" actId="478"/>
          <ac:picMkLst>
            <pc:docMk/>
            <pc:sldMk cId="577463846" sldId="273"/>
            <ac:picMk id="6" creationId="{5F8D45EB-AA5B-466C-A933-5477AABC16C1}"/>
          </ac:picMkLst>
        </pc:picChg>
      </pc:sldChg>
      <pc:sldChg chg="addSp delSp modSp add mod">
        <pc:chgData name="Thyago Ferreira" userId="50fb4d8820c9d0c6" providerId="LiveId" clId="{125D029D-AD01-4501-A7D8-66C3CD855981}" dt="2025-11-23T15:47:16.840" v="1673" actId="313"/>
        <pc:sldMkLst>
          <pc:docMk/>
          <pc:sldMk cId="391297663" sldId="274"/>
        </pc:sldMkLst>
        <pc:spChg chg="del">
          <ac:chgData name="Thyago Ferreira" userId="50fb4d8820c9d0c6" providerId="LiveId" clId="{125D029D-AD01-4501-A7D8-66C3CD855981}" dt="2025-11-23T15:41:21.502" v="1569" actId="478"/>
          <ac:spMkLst>
            <pc:docMk/>
            <pc:sldMk cId="391297663" sldId="274"/>
            <ac:spMk id="2" creationId="{E743B39A-2A66-E186-1F29-2D031F69A2E1}"/>
          </ac:spMkLst>
        </pc:spChg>
        <pc:spChg chg="add mod">
          <ac:chgData name="Thyago Ferreira" userId="50fb4d8820c9d0c6" providerId="LiveId" clId="{125D029D-AD01-4501-A7D8-66C3CD855981}" dt="2025-11-23T15:46:45.101" v="1627" actId="1076"/>
          <ac:spMkLst>
            <pc:docMk/>
            <pc:sldMk cId="391297663" sldId="274"/>
            <ac:spMk id="6" creationId="{D9F66E1F-1921-E940-53EC-683075106597}"/>
          </ac:spMkLst>
        </pc:spChg>
        <pc:spChg chg="add mod">
          <ac:chgData name="Thyago Ferreira" userId="50fb4d8820c9d0c6" providerId="LiveId" clId="{125D029D-AD01-4501-A7D8-66C3CD855981}" dt="2025-11-23T15:46:45.101" v="1627" actId="1076"/>
          <ac:spMkLst>
            <pc:docMk/>
            <pc:sldMk cId="391297663" sldId="274"/>
            <ac:spMk id="8" creationId="{89E67EAD-8FF8-9B34-90C2-8A513B6053FA}"/>
          </ac:spMkLst>
        </pc:spChg>
        <pc:spChg chg="add del mod">
          <ac:chgData name="Thyago Ferreira" userId="50fb4d8820c9d0c6" providerId="LiveId" clId="{125D029D-AD01-4501-A7D8-66C3CD855981}" dt="2025-11-23T15:47:09.318" v="1669" actId="478"/>
          <ac:spMkLst>
            <pc:docMk/>
            <pc:sldMk cId="391297663" sldId="274"/>
            <ac:spMk id="9" creationId="{F28AADE7-4A30-2746-3CAE-20BD8EFFF90E}"/>
          </ac:spMkLst>
        </pc:spChg>
        <pc:spChg chg="add mod">
          <ac:chgData name="Thyago Ferreira" userId="50fb4d8820c9d0c6" providerId="LiveId" clId="{125D029D-AD01-4501-A7D8-66C3CD855981}" dt="2025-11-23T15:47:16.840" v="1673" actId="313"/>
          <ac:spMkLst>
            <pc:docMk/>
            <pc:sldMk cId="391297663" sldId="274"/>
            <ac:spMk id="10" creationId="{42B80D1E-A47F-2F90-039D-7B32ED0E87D4}"/>
          </ac:spMkLst>
        </pc:spChg>
        <pc:picChg chg="del">
          <ac:chgData name="Thyago Ferreira" userId="50fb4d8820c9d0c6" providerId="LiveId" clId="{125D029D-AD01-4501-A7D8-66C3CD855981}" dt="2025-11-23T15:41:20.188" v="1568" actId="478"/>
          <ac:picMkLst>
            <pc:docMk/>
            <pc:sldMk cId="391297663" sldId="274"/>
            <ac:picMk id="4" creationId="{6621B876-DEFC-9172-EEAC-5E9F65F1806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ACFE60-7FAE-4FCF-A3E1-971D96414FEB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33570F-FCEC-40C5-B833-F87A911DEC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07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570F-FCEC-40C5-B833-F87A911DECB8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0810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8046A-6469-935F-BDE2-6C5F8F6CC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AD86B7B-F104-A258-3612-20807EB99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4B64D36-0E7C-52AC-2276-D27A8701A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29CABB-35F1-9BCF-7571-0A54BD384C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570F-FCEC-40C5-B833-F87A911DECB8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8312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19813-9049-867A-3CF7-F2C72ED59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F554BA3-EF2E-4B2D-8CC5-B3F4DD5FA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38BAE71-EB2B-14F1-0429-CB0E86531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D929106-2FA6-C03F-1E37-229C1BA749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570F-FCEC-40C5-B833-F87A911DECB8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7730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D193C-5507-C67D-D106-C88FE6872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289C552-7CE4-12AD-CA27-9DEE5B348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37AA42B-F868-C86E-77E0-EAD1C9546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2272872-1639-F0B5-6BDA-C82254DB4A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570F-FCEC-40C5-B833-F87A911DECB8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66867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059CE-AF13-2F27-9AFA-18082B7A9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C3F2426-04F7-4DF4-5AD2-7E8451128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F6A413D-63EC-4AE5-87A5-0811EB4F5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883B627-842A-06F2-8B36-0B0D2480B3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570F-FCEC-40C5-B833-F87A911DECB8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38140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A3A57-01CB-95FC-C3FD-0AE5F4BF0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1467511-6645-CB9B-B7B6-B29734CCC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BE416C9-95A1-00A0-AD50-B5B1B2E89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CB25E52-C576-2E1E-BCBB-20FC4C0CE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570F-FCEC-40C5-B833-F87A911DECB8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5893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AEDFE-842C-2680-A947-C1F22CA0F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2D9E04B-22DE-956B-F0D3-C045E170F3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A9A8085-AC9E-852C-5779-AB1F77274B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DB7BBAE-42AD-2194-538E-F82A4F9D20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570F-FCEC-40C5-B833-F87A911DECB8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58319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0C1BB-712D-B3D6-54AB-DA51A46A0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32A51CF-DC2E-C553-CA97-B918D39CC1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38B3304-CD18-DB2C-8066-F63207A404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3E9CA38-A416-F8C6-8811-2944068D35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570F-FCEC-40C5-B833-F87A911DECB8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1022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F3F84-263E-AB82-B835-561C1A588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7D2F9A9-8B90-76EC-BCE1-8E700127C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4611120-82F2-3A9F-168A-86A6C3F96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6080428-03D5-FA1B-2E2E-BB8D6831FB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570F-FCEC-40C5-B833-F87A911DECB8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02008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1341E-EB72-AC6F-ECA0-CD427381A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0CAF1C0-089F-378A-F873-FE8585381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99D63F5-FC95-DCED-6EBF-3E9AF3CA3D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82E4A4-D0DF-6C0B-F779-8AE24379C6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570F-FCEC-40C5-B833-F87A911DECB8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59520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DD7F5-7683-7EF2-D892-EEF2B049E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B198757-56ED-9C07-BE1B-08F26190E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EEB9E21-7952-D26F-26EE-74F707D40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FD48773-ADA1-3AAA-B3F4-ED4600D5F0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570F-FCEC-40C5-B833-F87A911DECB8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36030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08D7D-56E0-FD1F-9982-32FD1BC02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E1B15A0-BA39-22EA-B77E-1D66822EF8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EAD25B5-9B17-537A-5886-43F48C161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E86B642-E030-76BA-C092-534EAC8DD5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570F-FCEC-40C5-B833-F87A911DECB8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559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45D48-19F9-BA30-0E20-2072540AD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F406568-290F-F408-C5E9-702557F23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6AA8225-DDF9-0729-3FA0-EBB7B764E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E8C616A-C958-A6FE-3419-83376FB14D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570F-FCEC-40C5-B833-F87A911DECB8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18010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E459D-CE24-C6E8-10EC-94CA99981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2FA759C-32B6-FAC7-4F02-B6931693E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A07718A-F529-DBEC-661F-33FF0FDA1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F15EB5-CCC0-C03B-0E06-CA6910E46A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570F-FCEC-40C5-B833-F87A911DECB8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58052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B18CA-AC8A-BB89-0C14-778AFAE2F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8FFF8FD-08FE-B5BB-F89D-F5368B9D1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E4F867D-C78D-D685-96C1-A49B52C09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14D7FC7-7C40-3224-B583-0A32CEBB5E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570F-FCEC-40C5-B833-F87A911DECB8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3459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DE060-985C-00D1-EF0D-19C838242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C2C8080-1E27-8E41-A8F3-5E4D3765BF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3FDA090-0DDA-C7AD-BDFD-E964C41A8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250650B-75C5-5A56-F543-A9A81B6AD7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570F-FCEC-40C5-B833-F87A911DECB8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08027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D24B2-1B79-BAC8-B4E0-8B11A73B8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B772C28-5364-8CCB-F69A-60E5008BC8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0AA8200-5D35-9077-8FF2-2C09081D7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574884-072A-DF05-F1FF-E8789AC40A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570F-FCEC-40C5-B833-F87A911DECB8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7380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B8C5EF-117A-13E3-E47D-3ADFEA941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154125-3DB4-6BDB-0F93-810D711BD5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68BEA8-212D-2B30-559B-A9852B4D7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C4604-9534-43AA-9F7A-0CB139EA4490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242A45-24A5-CA95-9A16-3CF551707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6FB3EA-94B9-2AC1-B721-8E0B4A71D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2AF3-C1F3-439F-8844-47F143B178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0745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3AFD9E-D9F9-1893-645A-66EA090C2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7791AD-588A-C56E-B12A-FFD7BA4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891AB2-E7B7-504B-1B73-28716B16B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C4604-9534-43AA-9F7A-0CB139EA4490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203873-6542-858D-F199-F38B397AA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CD0BD3-4A32-7F6D-1C62-EEBCA661D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2AF3-C1F3-439F-8844-47F143B178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0892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B2B4E-5413-256A-B04B-19221F03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0D7E25-4D24-AD08-ED02-4D788604A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0E8AE7-E4F2-53F3-A279-A54836FD1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C4604-9534-43AA-9F7A-0CB139EA4490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462D4D-E3EB-3378-B5AB-C1A4D7A86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90C455-AA3A-FDD1-F7A0-BDD8F9375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2AF3-C1F3-439F-8844-47F143B178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2077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440A2-8FE5-9864-6CF2-5BFC57FF6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398569-D61E-66A9-4913-8519740974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A494B5B-AB45-B4D6-4D63-E550B0DA1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D3B2471-D15E-8D9E-2D4D-94254630E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C4604-9534-43AA-9F7A-0CB139EA4490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BBDE20-973B-11B0-EE3F-A40155BF9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F5D831A-F045-7C04-547D-6007F9364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2AF3-C1F3-439F-8844-47F143B178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1359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007C48-121D-84FC-7438-5B0B57C4B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EDC7BA2-8D9E-63DF-3794-28821C7A2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8A24BE4-9C03-DFE6-8BED-85DEF811D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D679AB7-168F-03B0-8A2E-6898ECDB07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0E6BDCE-1DFA-A67C-11B1-91FF0E61DE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A24928D-5964-C3DC-F419-5AAC073AC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C4604-9534-43AA-9F7A-0CB139EA4490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9213AE5-6AAA-9390-1E4A-538C17374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69DA474-C334-AD5D-2D4E-027C21F08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2AF3-C1F3-439F-8844-47F143B178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343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04515B-4356-89DF-0CD3-E3937FB5C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5D7122A-5895-873D-CB92-A19377E7B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C4604-9534-43AA-9F7A-0CB139EA4490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76FA902-EE90-72FD-9404-FF400277B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971AC0C-4639-0781-26A9-B0B8B6A5C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2AF3-C1F3-439F-8844-47F143B178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4922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0F70E44-9172-2565-92E1-E5F11EA2E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C4604-9534-43AA-9F7A-0CB139EA4490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D0DF4D0-9C36-AC30-9309-D3B1231E5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1931A35-855F-7F40-0D0E-5B4D86BCA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2AF3-C1F3-439F-8844-47F143B178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633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6AC2-404B-9BC1-B38D-AFDE29259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C82ED0-D23C-4E40-EFD5-9B8F9D5D8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7E684F7-B4E4-F322-77EF-81D5A53CE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46164A-95B1-A328-D1D7-0685830FF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C4604-9534-43AA-9F7A-0CB139EA4490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1381477-D9D8-74E6-3ED1-F65657F37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55BE2CB-0CE6-CD8A-825A-578D48713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2AF3-C1F3-439F-8844-47F143B178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9382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9A98DE-33B5-E4C6-0048-7CC3D0C98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2C631CF-5B7C-2578-8DCF-70591EBED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5FD2BCC-FF54-401F-B004-DC332FEA4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0EDA5B-2110-C0AE-6728-48039B3CD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C4604-9534-43AA-9F7A-0CB139EA4490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55DBA92-2FBE-25D8-1C14-5CE2FE273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2A5E9FC-8CBB-6D03-B40F-84E6E4049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2AF3-C1F3-439F-8844-47F143B178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6455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69131B-31D3-556E-3C8B-98DB72532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76CCB11-949A-15E3-FAD2-01D0D57B66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7BA061-E38A-A293-4C79-C59F49CE0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C4604-9534-43AA-9F7A-0CB139EA4490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F967AF-E7E8-A365-21DF-407C7C581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8A8102-7450-BE6B-1929-C89771627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2AF3-C1F3-439F-8844-47F143B178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753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2C89AD-3679-4652-7988-01A523299E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C3D8CD1-FA63-F2B7-D86D-6A25F08CE3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47DD75-BD64-29F3-13B4-841E63761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C4604-9534-43AA-9F7A-0CB139EA4490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5EB0A2-4EED-7F4C-5581-D9D7250B4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76A3E9-F664-911E-3FE3-C9AD39B0C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2AF3-C1F3-439F-8844-47F143B178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7738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B32B16A-F259-85B6-1825-E5E34E765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56DC62-B348-6EAE-9D91-3BB1A7033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BEDC26-C3A5-2A80-7AE6-9D8430C12F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6C4604-9534-43AA-9F7A-0CB139EA4490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C8CDDF-846F-1547-3735-B9EA5D3474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40B1C4-21BC-045E-416B-646629FD9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F32AF3-C1F3-439F-8844-47F143B178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462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95746BCF-CED1-C491-37EC-007BBF9F4C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13" y="397392"/>
            <a:ext cx="1355261" cy="168704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F63FE19-764B-460B-2DA3-8174A4FDC755}"/>
              </a:ext>
            </a:extLst>
          </p:cNvPr>
          <p:cNvSpPr txBox="1"/>
          <p:nvPr/>
        </p:nvSpPr>
        <p:spPr>
          <a:xfrm>
            <a:off x="1887793" y="397392"/>
            <a:ext cx="8917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Instituto Militar de Engenharia</a:t>
            </a:r>
          </a:p>
          <a:p>
            <a:r>
              <a:rPr lang="pt-BR" dirty="0"/>
              <a:t>Introdução à Tecnologia Blockchain e Aplicações Descentralizadas</a:t>
            </a:r>
          </a:p>
          <a:p>
            <a:r>
              <a:rPr lang="pt-BR" dirty="0"/>
              <a:t>Prof. DSc. Coronel Anderson Santos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3C304E2-0345-6E44-C0A3-DA0323BA6FC7}"/>
              </a:ext>
            </a:extLst>
          </p:cNvPr>
          <p:cNvSpPr txBox="1"/>
          <p:nvPr/>
        </p:nvSpPr>
        <p:spPr>
          <a:xfrm>
            <a:off x="356413" y="2299935"/>
            <a:ext cx="11265316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/>
              <a:t>AVALIAÇÃO DA DISCIPLINA</a:t>
            </a:r>
          </a:p>
          <a:p>
            <a:pPr algn="ctr"/>
            <a:r>
              <a:rPr lang="pt-BR" sz="3200" dirty="0"/>
              <a:t>Uso da Blockchain para registro de documentos oficiais da Secretaria de Estado de Polícia Militar (eBRAT).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FC1F098-2E91-E621-86F9-11935D2F6C27}"/>
              </a:ext>
            </a:extLst>
          </p:cNvPr>
          <p:cNvSpPr txBox="1"/>
          <p:nvPr/>
        </p:nvSpPr>
        <p:spPr>
          <a:xfrm>
            <a:off x="1530142" y="4581018"/>
            <a:ext cx="8917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 err="1"/>
              <a:t>Maj</a:t>
            </a:r>
            <a:r>
              <a:rPr lang="pt-BR" dirty="0"/>
              <a:t> PM Thyago Ferreira Vieira</a:t>
            </a:r>
          </a:p>
          <a:p>
            <a:pPr algn="ctr"/>
            <a:r>
              <a:rPr lang="pt-BR" dirty="0"/>
              <a:t>2º Ten PM Bárbara </a:t>
            </a:r>
          </a:p>
          <a:p>
            <a:pPr algn="ctr"/>
            <a:r>
              <a:rPr lang="pt-BR" dirty="0"/>
              <a:t>2º Ten PM Meneses</a:t>
            </a:r>
          </a:p>
        </p:txBody>
      </p:sp>
    </p:spTree>
    <p:extLst>
      <p:ext uri="{BB962C8B-B14F-4D97-AF65-F5344CB8AC3E}">
        <p14:creationId xmlns:p14="http://schemas.microsoft.com/office/powerpoint/2010/main" val="3439788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1C7B1-253D-3B81-84AA-E576AA479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D85A3DD9-03B5-1DAD-7725-88D9B4593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13" y="397392"/>
            <a:ext cx="793961" cy="9883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4C0036D3-84D4-E38A-6C08-8BEBD086BE0B}"/>
              </a:ext>
            </a:extLst>
          </p:cNvPr>
          <p:cNvSpPr txBox="1"/>
          <p:nvPr/>
        </p:nvSpPr>
        <p:spPr>
          <a:xfrm>
            <a:off x="1238864" y="397392"/>
            <a:ext cx="8917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Instituto Militar de Engenharia</a:t>
            </a:r>
          </a:p>
          <a:p>
            <a:r>
              <a:rPr lang="pt-BR" dirty="0"/>
              <a:t>Introdução à Tecnologia Blockchain e Aplicações Descentralizadas</a:t>
            </a:r>
          </a:p>
          <a:p>
            <a:r>
              <a:rPr lang="pt-BR" dirty="0"/>
              <a:t>Prof. DSc. Coronel Anderson Santos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B9A381D-D280-9B78-1A60-FCF187356DD0}"/>
              </a:ext>
            </a:extLst>
          </p:cNvPr>
          <p:cNvSpPr txBox="1"/>
          <p:nvPr/>
        </p:nvSpPr>
        <p:spPr>
          <a:xfrm>
            <a:off x="356414" y="1867315"/>
            <a:ext cx="112358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1. Problema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Garantir a imutabilidade e a prova de existência de documentos oficiais da SEPM (eBRAT) gerando confiança, através de banco de dados descentralizado.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15960C5-E214-5C5A-E936-CB06FF0DB1ED}"/>
              </a:ext>
            </a:extLst>
          </p:cNvPr>
          <p:cNvSpPr txBox="1"/>
          <p:nvPr/>
        </p:nvSpPr>
        <p:spPr>
          <a:xfrm>
            <a:off x="356413" y="3352589"/>
            <a:ext cx="112358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2. Solução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Utilizar Blockchain para registrar a "Impressão Digital" (Hash) do documento. Se o arquivo for alterado, o hash muda e a validação falha.</a:t>
            </a:r>
          </a:p>
        </p:txBody>
      </p:sp>
    </p:spTree>
    <p:extLst>
      <p:ext uri="{BB962C8B-B14F-4D97-AF65-F5344CB8AC3E}">
        <p14:creationId xmlns:p14="http://schemas.microsoft.com/office/powerpoint/2010/main" val="2632291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A2D86-5F73-D043-CCA9-95D151837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221190B0-91E8-96A7-7789-84DDEB4249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13" y="397392"/>
            <a:ext cx="793961" cy="9883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7F2BCAD-4CFC-C40A-FDE2-CED4D414A514}"/>
              </a:ext>
            </a:extLst>
          </p:cNvPr>
          <p:cNvSpPr txBox="1"/>
          <p:nvPr/>
        </p:nvSpPr>
        <p:spPr>
          <a:xfrm>
            <a:off x="1238864" y="397392"/>
            <a:ext cx="8917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Instituto Militar de Engenharia</a:t>
            </a:r>
          </a:p>
          <a:p>
            <a:r>
              <a:rPr lang="pt-BR" dirty="0"/>
              <a:t>Introdução à Tecnologia Blockchain e Aplicações Descentralizadas</a:t>
            </a:r>
          </a:p>
          <a:p>
            <a:r>
              <a:rPr lang="pt-BR" dirty="0"/>
              <a:t>Prof. DSc. Coronel Anderson Santos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9D256FB-62C3-BD0B-62B2-E637F13716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374" y="1538763"/>
            <a:ext cx="3854245" cy="511276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5210286-47C2-5712-CDBD-2F61A3FD8BE7}"/>
              </a:ext>
            </a:extLst>
          </p:cNvPr>
          <p:cNvSpPr txBox="1"/>
          <p:nvPr/>
        </p:nvSpPr>
        <p:spPr>
          <a:xfrm>
            <a:off x="5697793" y="1622351"/>
            <a:ext cx="534874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eBRAT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Documento relacionado à acidentes de trânsito, onde usuário se autentificam via </a:t>
            </a:r>
            <a:r>
              <a:rPr lang="pt-BR" i="1" dirty="0"/>
              <a:t>GovBr</a:t>
            </a:r>
            <a:r>
              <a:rPr lang="pt-BR" dirty="0"/>
              <a:t> e preenchem um formulário online.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Os formulários são avaliados por analistas da PM-3 (Seção de Planejamento Operacional do Estado Maior Geral) e aprovados ou reprovados.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Este documento serve para, principalmente, dar entrada no seguro do veículo.</a:t>
            </a:r>
          </a:p>
        </p:txBody>
      </p:sp>
    </p:spTree>
    <p:extLst>
      <p:ext uri="{BB962C8B-B14F-4D97-AF65-F5344CB8AC3E}">
        <p14:creationId xmlns:p14="http://schemas.microsoft.com/office/powerpoint/2010/main" val="62402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40B49-3DB6-FA77-957A-486558E4D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1CCE573A-3041-3A05-AE12-7082C0A653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13" y="397392"/>
            <a:ext cx="793961" cy="9883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983744C-091F-E651-D7CE-42DAF2E89FA6}"/>
              </a:ext>
            </a:extLst>
          </p:cNvPr>
          <p:cNvSpPr txBox="1"/>
          <p:nvPr/>
        </p:nvSpPr>
        <p:spPr>
          <a:xfrm>
            <a:off x="1238864" y="397392"/>
            <a:ext cx="8917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Instituto Militar de Engenharia</a:t>
            </a:r>
          </a:p>
          <a:p>
            <a:r>
              <a:rPr lang="pt-BR" dirty="0"/>
              <a:t>Introdução à Tecnologia Blockchain e Aplicações Descentralizadas</a:t>
            </a:r>
          </a:p>
          <a:p>
            <a:r>
              <a:rPr lang="pt-BR" dirty="0"/>
              <a:t>Prof. DSc. Coronel Anderson Santos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C0F7E80-A59E-7A63-FAE4-C2F625A7B7B0}"/>
              </a:ext>
            </a:extLst>
          </p:cNvPr>
          <p:cNvSpPr txBox="1"/>
          <p:nvPr/>
        </p:nvSpPr>
        <p:spPr>
          <a:xfrm>
            <a:off x="356413" y="1985905"/>
            <a:ext cx="112358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3. Infraestrutura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Foi utilizado uma Virtual Machine (VM) no </a:t>
            </a:r>
            <a:r>
              <a:rPr lang="pt-BR" i="1" dirty="0"/>
              <a:t>Google Cloud Compute Engine</a:t>
            </a:r>
            <a:r>
              <a:rPr lang="pt-BR" dirty="0"/>
              <a:t>, rodando Linux (Debian).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74AB532-0820-B356-83FA-45D4F3D262A4}"/>
              </a:ext>
            </a:extLst>
          </p:cNvPr>
          <p:cNvSpPr txBox="1"/>
          <p:nvPr/>
        </p:nvSpPr>
        <p:spPr>
          <a:xfrm>
            <a:off x="356412" y="3244396"/>
            <a:ext cx="1123581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3.1. Configuração da Máquina</a:t>
            </a:r>
          </a:p>
          <a:p>
            <a:pPr algn="just"/>
            <a:endParaRPr lang="pt-BR" dirty="0"/>
          </a:p>
          <a:p>
            <a:pPr algn="just"/>
            <a:r>
              <a:rPr lang="pt-BR" b="1" dirty="0"/>
              <a:t>Endereço:</a:t>
            </a:r>
            <a:r>
              <a:rPr lang="pt-BR" dirty="0"/>
              <a:t> http://136.112.121.103:8501/#e-brat</a:t>
            </a:r>
          </a:p>
          <a:p>
            <a:pPr algn="just"/>
            <a:r>
              <a:rPr lang="pt-BR" b="1" dirty="0"/>
              <a:t>Tipo</a:t>
            </a:r>
            <a:r>
              <a:rPr lang="pt-BR" dirty="0"/>
              <a:t>: e2-medium (2 </a:t>
            </a:r>
            <a:r>
              <a:rPr lang="pt-BR" dirty="0" err="1"/>
              <a:t>vCPUs</a:t>
            </a:r>
            <a:r>
              <a:rPr lang="pt-BR" dirty="0"/>
              <a:t>, 4 GB de memória)</a:t>
            </a:r>
          </a:p>
          <a:p>
            <a:pPr algn="just"/>
            <a:r>
              <a:rPr lang="pt-BR" b="1" dirty="0"/>
              <a:t>Plataforma de CPU</a:t>
            </a:r>
            <a:r>
              <a:rPr lang="pt-BR" dirty="0"/>
              <a:t>: Intel </a:t>
            </a:r>
            <a:r>
              <a:rPr lang="pt-BR" dirty="0" err="1"/>
              <a:t>Broadwell</a:t>
            </a:r>
            <a:endParaRPr lang="pt-BR" dirty="0"/>
          </a:p>
          <a:p>
            <a:pPr algn="just"/>
            <a:r>
              <a:rPr lang="pt-BR" b="1" dirty="0"/>
              <a:t>Plataforma mínima de CPU</a:t>
            </a:r>
            <a:r>
              <a:rPr lang="pt-BR" dirty="0"/>
              <a:t>: Nenhum</a:t>
            </a:r>
          </a:p>
          <a:p>
            <a:pPr algn="just"/>
            <a:r>
              <a:rPr lang="pt-BR" b="1" dirty="0"/>
              <a:t>Arquitetura</a:t>
            </a:r>
            <a:r>
              <a:rPr lang="pt-BR" dirty="0"/>
              <a:t>: x86/64</a:t>
            </a:r>
          </a:p>
          <a:p>
            <a:pPr algn="just"/>
            <a:endParaRPr lang="pt-BR" dirty="0"/>
          </a:p>
          <a:p>
            <a:pPr algn="just"/>
            <a:r>
              <a:rPr lang="pt-BR" b="1" dirty="0"/>
              <a:t>OBS</a:t>
            </a:r>
            <a:r>
              <a:rPr lang="pt-BR" dirty="0"/>
              <a:t>: Máquina simples e sem custo.</a:t>
            </a:r>
          </a:p>
        </p:txBody>
      </p:sp>
    </p:spTree>
    <p:extLst>
      <p:ext uri="{BB962C8B-B14F-4D97-AF65-F5344CB8AC3E}">
        <p14:creationId xmlns:p14="http://schemas.microsoft.com/office/powerpoint/2010/main" val="2703368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206CA-6930-65FA-1552-BB550AEA0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DD40AE11-DA48-14B5-4521-1870587D8C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13" y="397392"/>
            <a:ext cx="793961" cy="9883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26EAEC8-B286-4911-4192-1B9B513001FB}"/>
              </a:ext>
            </a:extLst>
          </p:cNvPr>
          <p:cNvSpPr txBox="1"/>
          <p:nvPr/>
        </p:nvSpPr>
        <p:spPr>
          <a:xfrm>
            <a:off x="1238864" y="397392"/>
            <a:ext cx="8917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Instituto Militar de Engenharia</a:t>
            </a:r>
          </a:p>
          <a:p>
            <a:r>
              <a:rPr lang="pt-BR" dirty="0"/>
              <a:t>Introdução à Tecnologia Blockchain e Aplicações Descentralizadas</a:t>
            </a:r>
          </a:p>
          <a:p>
            <a:r>
              <a:rPr lang="pt-BR" dirty="0"/>
              <a:t>Prof. DSc. Coronel Anderson Santos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48999F9-9D87-ACBD-81DF-547004A0A59A}"/>
              </a:ext>
            </a:extLst>
          </p:cNvPr>
          <p:cNvSpPr txBox="1"/>
          <p:nvPr/>
        </p:nvSpPr>
        <p:spPr>
          <a:xfrm>
            <a:off x="356412" y="1592615"/>
            <a:ext cx="112358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3. Infraestrutura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Foi utilizado uma Virtual Machine (VM) no </a:t>
            </a:r>
            <a:r>
              <a:rPr lang="pt-BR" i="1" dirty="0"/>
              <a:t>Google Cloud Compute Engine</a:t>
            </a:r>
            <a:r>
              <a:rPr lang="pt-BR" dirty="0"/>
              <a:t>, rodando Linux (Debian).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021A201-F864-F07B-98EC-2B95CE2DAB04}"/>
              </a:ext>
            </a:extLst>
          </p:cNvPr>
          <p:cNvSpPr txBox="1"/>
          <p:nvPr/>
        </p:nvSpPr>
        <p:spPr>
          <a:xfrm>
            <a:off x="356411" y="2722835"/>
            <a:ext cx="1123581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3.1. Configuração da Máquina</a:t>
            </a:r>
          </a:p>
          <a:p>
            <a:pPr algn="just"/>
            <a:endParaRPr lang="pt-BR" dirty="0"/>
          </a:p>
          <a:p>
            <a:pPr algn="just"/>
            <a:r>
              <a:rPr lang="pt-BR" b="1" dirty="0"/>
              <a:t>Tipo</a:t>
            </a:r>
            <a:r>
              <a:rPr lang="pt-BR" dirty="0"/>
              <a:t>: e2-medium (2 </a:t>
            </a:r>
            <a:r>
              <a:rPr lang="pt-BR" dirty="0" err="1"/>
              <a:t>vCPUs</a:t>
            </a:r>
            <a:r>
              <a:rPr lang="pt-BR" dirty="0"/>
              <a:t>, 4 GB de memória)</a:t>
            </a:r>
          </a:p>
          <a:p>
            <a:pPr algn="just"/>
            <a:r>
              <a:rPr lang="pt-BR" b="1" dirty="0"/>
              <a:t>Plataforma de CPU</a:t>
            </a:r>
            <a:r>
              <a:rPr lang="pt-BR" dirty="0"/>
              <a:t>: Intel </a:t>
            </a:r>
            <a:r>
              <a:rPr lang="pt-BR" dirty="0" err="1"/>
              <a:t>Broadwell</a:t>
            </a:r>
            <a:endParaRPr lang="pt-BR" dirty="0"/>
          </a:p>
          <a:p>
            <a:pPr algn="just"/>
            <a:r>
              <a:rPr lang="pt-BR" b="1" dirty="0"/>
              <a:t>Plataforma mínima de CPU</a:t>
            </a:r>
            <a:r>
              <a:rPr lang="pt-BR" dirty="0"/>
              <a:t>: Nenhum</a:t>
            </a:r>
          </a:p>
          <a:p>
            <a:pPr algn="just"/>
            <a:r>
              <a:rPr lang="pt-BR" b="1" dirty="0"/>
              <a:t>Arquitetura</a:t>
            </a:r>
            <a:r>
              <a:rPr lang="pt-BR" dirty="0"/>
              <a:t>: x86/64</a:t>
            </a:r>
          </a:p>
          <a:p>
            <a:pPr algn="just"/>
            <a:r>
              <a:rPr lang="pt-BR" b="1" dirty="0"/>
              <a:t>Ambiente</a:t>
            </a:r>
            <a:r>
              <a:rPr lang="pt-BR" dirty="0"/>
              <a:t>: Python 3</a:t>
            </a:r>
          </a:p>
          <a:p>
            <a:pPr algn="just"/>
            <a:r>
              <a:rPr lang="pt-BR" b="1" dirty="0"/>
              <a:t>Firewall (VPC)</a:t>
            </a:r>
            <a:r>
              <a:rPr lang="pt-BR" dirty="0"/>
              <a:t>: Apenas liberação da porta 8501.</a:t>
            </a:r>
          </a:p>
          <a:p>
            <a:pPr algn="just"/>
            <a:endParaRPr lang="pt-BR" dirty="0"/>
          </a:p>
          <a:p>
            <a:pPr algn="just"/>
            <a:r>
              <a:rPr lang="pt-BR" b="1" dirty="0"/>
              <a:t>OBS</a:t>
            </a:r>
            <a:r>
              <a:rPr lang="pt-BR" dirty="0"/>
              <a:t>: Máquina simples e sem custo.</a:t>
            </a:r>
          </a:p>
        </p:txBody>
      </p:sp>
    </p:spTree>
    <p:extLst>
      <p:ext uri="{BB962C8B-B14F-4D97-AF65-F5344CB8AC3E}">
        <p14:creationId xmlns:p14="http://schemas.microsoft.com/office/powerpoint/2010/main" val="1151044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FDAC5-4D32-FE9C-D3F3-2384D0476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4B98B1B4-2729-6041-1930-F6466EB7F4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13" y="397392"/>
            <a:ext cx="793961" cy="9883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9CDCD54-A86D-55EA-AD5F-8F9D9F56B089}"/>
              </a:ext>
            </a:extLst>
          </p:cNvPr>
          <p:cNvSpPr txBox="1"/>
          <p:nvPr/>
        </p:nvSpPr>
        <p:spPr>
          <a:xfrm>
            <a:off x="1238864" y="397392"/>
            <a:ext cx="8917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Instituto Militar de Engenharia</a:t>
            </a:r>
          </a:p>
          <a:p>
            <a:r>
              <a:rPr lang="pt-BR" dirty="0"/>
              <a:t>Introdução à Tecnologia Blockchain e Aplicações Descentralizadas</a:t>
            </a:r>
          </a:p>
          <a:p>
            <a:r>
              <a:rPr lang="pt-BR" dirty="0"/>
              <a:t>Prof. DSc. Coronel Anderson Santos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5D72C2C-1BB5-0081-6985-355B8FD27CC9}"/>
              </a:ext>
            </a:extLst>
          </p:cNvPr>
          <p:cNvSpPr txBox="1"/>
          <p:nvPr/>
        </p:nvSpPr>
        <p:spPr>
          <a:xfrm>
            <a:off x="356413" y="1985905"/>
            <a:ext cx="1123581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4. Contrato Inteligente (Smart Contract)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Registrado como </a:t>
            </a:r>
            <a:r>
              <a:rPr lang="pt-BR" dirty="0" err="1"/>
              <a:t>EbratRegistry.sol</a:t>
            </a:r>
            <a:r>
              <a:rPr lang="pt-BR" dirty="0"/>
              <a:t>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O contrato possui um "Livro Razão" (mapping) que vincula o Hash do arquivo aos dados do registro (Data, Emissor e Status).</a:t>
            </a:r>
          </a:p>
          <a:p>
            <a:pPr algn="just"/>
            <a:endParaRPr lang="pt-BR" dirty="0"/>
          </a:p>
          <a:p>
            <a:pPr algn="just"/>
            <a:r>
              <a:rPr lang="pt-BR" b="1" dirty="0"/>
              <a:t>Deploy</a:t>
            </a:r>
            <a:r>
              <a:rPr lang="pt-BR" dirty="0"/>
              <a:t>: Publicamos o contrato na rede de testes mundial Ethereum Sepolia utilizando o Remix IDE e uma carteira </a:t>
            </a:r>
            <a:r>
              <a:rPr lang="pt-BR" i="1" dirty="0"/>
              <a:t>MetaMask</a:t>
            </a:r>
            <a:r>
              <a:rPr lang="pt-BR" dirty="0"/>
              <a:t>. Isso gerou um endereço de contrato fixo e imutável na rede.</a:t>
            </a:r>
          </a:p>
        </p:txBody>
      </p:sp>
    </p:spTree>
    <p:extLst>
      <p:ext uri="{BB962C8B-B14F-4D97-AF65-F5344CB8AC3E}">
        <p14:creationId xmlns:p14="http://schemas.microsoft.com/office/powerpoint/2010/main" val="3681771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A9A2E-3685-4E6D-FD84-5B4282769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98703CD0-CB37-AC85-3464-4891D157AD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13" y="397392"/>
            <a:ext cx="793961" cy="9883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87C1035-6556-46EC-5221-5082A16F49C7}"/>
              </a:ext>
            </a:extLst>
          </p:cNvPr>
          <p:cNvSpPr txBox="1"/>
          <p:nvPr/>
        </p:nvSpPr>
        <p:spPr>
          <a:xfrm>
            <a:off x="1238864" y="397392"/>
            <a:ext cx="8917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Instituto Militar de Engenharia</a:t>
            </a:r>
          </a:p>
          <a:p>
            <a:r>
              <a:rPr lang="pt-BR" dirty="0"/>
              <a:t>Introdução à Tecnologia Blockchain e Aplicações Descentralizadas</a:t>
            </a:r>
          </a:p>
          <a:p>
            <a:r>
              <a:rPr lang="pt-BR" dirty="0"/>
              <a:t>Prof. DSc. Coronel Anderson Santos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52848E2-8737-0ABC-E053-D700631210D5}"/>
              </a:ext>
            </a:extLst>
          </p:cNvPr>
          <p:cNvSpPr txBox="1"/>
          <p:nvPr/>
        </p:nvSpPr>
        <p:spPr>
          <a:xfrm>
            <a:off x="356413" y="1985905"/>
            <a:ext cx="1123581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5. Backend e Integração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Utilizamos a biblioteca Web3.py para conectar o servidor Python à Blockchain via nós públicos (RPC Nodes).</a:t>
            </a:r>
          </a:p>
          <a:p>
            <a:pPr algn="just"/>
            <a:endParaRPr lang="pt-BR" dirty="0"/>
          </a:p>
          <a:p>
            <a:pPr algn="just"/>
            <a:r>
              <a:rPr lang="pt-BR" b="1" dirty="0"/>
              <a:t>Lógica de assinatura de transações</a:t>
            </a:r>
            <a:r>
              <a:rPr lang="pt-BR" dirty="0"/>
              <a:t>: o Python constrói a transação, assina digitalmente com uma Chave Privada (simulada) e a envia para a rede Sepolia, pagando as taxas de </a:t>
            </a:r>
            <a:r>
              <a:rPr lang="pt-BR" i="1" dirty="0" err="1"/>
              <a:t>Gas</a:t>
            </a:r>
            <a:r>
              <a:rPr lang="pt-BR" dirty="0"/>
              <a:t> necessárias.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28EA694-1425-A02F-A98B-4E7CFD43823C}"/>
              </a:ext>
            </a:extLst>
          </p:cNvPr>
          <p:cNvSpPr txBox="1"/>
          <p:nvPr/>
        </p:nvSpPr>
        <p:spPr>
          <a:xfrm>
            <a:off x="356412" y="4075260"/>
            <a:ext cx="112358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6. Criptografia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Foi utilizado SHA-256, um algoritmo robusto que gera um código único de 64 caracteres para cada arquivo.</a:t>
            </a:r>
          </a:p>
        </p:txBody>
      </p:sp>
    </p:spTree>
    <p:extLst>
      <p:ext uri="{BB962C8B-B14F-4D97-AF65-F5344CB8AC3E}">
        <p14:creationId xmlns:p14="http://schemas.microsoft.com/office/powerpoint/2010/main" val="708031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903C8-4508-A8A0-EA65-32C39D60F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FF55F07D-7F02-88CC-2FC2-824AA73314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13" y="397392"/>
            <a:ext cx="793961" cy="9883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FE04350-69A4-D007-4B4B-02ED01492DA5}"/>
              </a:ext>
            </a:extLst>
          </p:cNvPr>
          <p:cNvSpPr txBox="1"/>
          <p:nvPr/>
        </p:nvSpPr>
        <p:spPr>
          <a:xfrm>
            <a:off x="1238864" y="397392"/>
            <a:ext cx="8917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Instituto Militar de Engenharia</a:t>
            </a:r>
          </a:p>
          <a:p>
            <a:r>
              <a:rPr lang="pt-BR" dirty="0"/>
              <a:t>Introdução à Tecnologia Blockchain e Aplicações Descentralizadas</a:t>
            </a:r>
          </a:p>
          <a:p>
            <a:r>
              <a:rPr lang="pt-BR" dirty="0"/>
              <a:t>Prof. DSc. Coronel Anderson Santos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5AB78C7-4A07-1F51-920B-FD4A0D98FF6F}"/>
              </a:ext>
            </a:extLst>
          </p:cNvPr>
          <p:cNvSpPr txBox="1"/>
          <p:nvPr/>
        </p:nvSpPr>
        <p:spPr>
          <a:xfrm>
            <a:off x="356413" y="1985905"/>
            <a:ext cx="1123581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7. Frontend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Construímos uma interface web usando </a:t>
            </a:r>
            <a:r>
              <a:rPr lang="pt-BR" dirty="0" err="1"/>
              <a:t>Streamlit</a:t>
            </a:r>
            <a:r>
              <a:rPr lang="pt-BR" dirty="0"/>
              <a:t>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Criamos duas áreas distintas: </a:t>
            </a:r>
          </a:p>
          <a:p>
            <a:pPr algn="just"/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/>
              <a:t>Área do Oficial</a:t>
            </a:r>
            <a:r>
              <a:rPr lang="pt-BR" dirty="0"/>
              <a:t>: Para upload e registro (escrita na blockchain).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/>
              <a:t>Consulta Pública</a:t>
            </a:r>
            <a:r>
              <a:rPr lang="pt-BR" dirty="0"/>
              <a:t>: Para qualquer cidadão validar a autenticidade (leitura da blockchain).</a:t>
            </a:r>
          </a:p>
        </p:txBody>
      </p:sp>
    </p:spTree>
    <p:extLst>
      <p:ext uri="{BB962C8B-B14F-4D97-AF65-F5344CB8AC3E}">
        <p14:creationId xmlns:p14="http://schemas.microsoft.com/office/powerpoint/2010/main" val="3068120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F6F48-3035-B587-34A0-56444DE9B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44FA6021-8325-418D-1078-78C9CC5D36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13" y="397392"/>
            <a:ext cx="793961" cy="9883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77B604F-8493-7E1B-BD5B-69554FC3218B}"/>
              </a:ext>
            </a:extLst>
          </p:cNvPr>
          <p:cNvSpPr txBox="1"/>
          <p:nvPr/>
        </p:nvSpPr>
        <p:spPr>
          <a:xfrm>
            <a:off x="1238864" y="397392"/>
            <a:ext cx="8917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Instituto Militar de Engenharia</a:t>
            </a:r>
          </a:p>
          <a:p>
            <a:r>
              <a:rPr lang="pt-BR" dirty="0"/>
              <a:t>Introdução à Tecnologia Blockchain e Aplicações Descentralizadas</a:t>
            </a:r>
          </a:p>
          <a:p>
            <a:r>
              <a:rPr lang="pt-BR" dirty="0"/>
              <a:t>Prof. DSc. Coronel Anderson Santos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E67F6F1-5003-EA14-6025-572A101E3ECB}"/>
              </a:ext>
            </a:extLst>
          </p:cNvPr>
          <p:cNvSpPr txBox="1"/>
          <p:nvPr/>
        </p:nvSpPr>
        <p:spPr>
          <a:xfrm>
            <a:off x="356413" y="1985905"/>
            <a:ext cx="1123581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7. Frontend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Construímos uma interface web usando </a:t>
            </a:r>
            <a:r>
              <a:rPr lang="pt-BR" dirty="0" err="1"/>
              <a:t>Streamlit</a:t>
            </a:r>
            <a:r>
              <a:rPr lang="pt-BR" dirty="0"/>
              <a:t>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Criamos duas áreas distintas: </a:t>
            </a:r>
          </a:p>
          <a:p>
            <a:pPr algn="just"/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/>
              <a:t>Área do Oficial</a:t>
            </a:r>
            <a:r>
              <a:rPr lang="pt-BR" dirty="0"/>
              <a:t>: Para upload e registro (escrita na blockchain).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/>
              <a:t>Consulta Pública</a:t>
            </a:r>
            <a:r>
              <a:rPr lang="pt-BR" dirty="0"/>
              <a:t>: Para qualquer cidadão validar a autenticidade (leitura da blockchain).</a:t>
            </a:r>
          </a:p>
        </p:txBody>
      </p:sp>
    </p:spTree>
    <p:extLst>
      <p:ext uri="{BB962C8B-B14F-4D97-AF65-F5344CB8AC3E}">
        <p14:creationId xmlns:p14="http://schemas.microsoft.com/office/powerpoint/2010/main" val="1948040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E2827-613C-51C5-2054-4B60401B4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C3C968FA-1F51-3A10-DB23-44EC8817D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13" y="397392"/>
            <a:ext cx="793961" cy="9883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58E3E18-B37D-34AE-823E-EB36100FF620}"/>
              </a:ext>
            </a:extLst>
          </p:cNvPr>
          <p:cNvSpPr txBox="1"/>
          <p:nvPr/>
        </p:nvSpPr>
        <p:spPr>
          <a:xfrm>
            <a:off x="1238864" y="397392"/>
            <a:ext cx="8917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Instituto Militar de Engenharia</a:t>
            </a:r>
          </a:p>
          <a:p>
            <a:r>
              <a:rPr lang="pt-BR" dirty="0"/>
              <a:t>Introdução à Tecnologia Blockchain e Aplicações Descentralizadas</a:t>
            </a:r>
          </a:p>
          <a:p>
            <a:r>
              <a:rPr lang="pt-BR" dirty="0"/>
              <a:t>Prof. DSc. Coronel Anderson Santos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6A781D3-A92F-476A-A230-99159476A3C6}"/>
              </a:ext>
            </a:extLst>
          </p:cNvPr>
          <p:cNvSpPr txBox="1"/>
          <p:nvPr/>
        </p:nvSpPr>
        <p:spPr>
          <a:xfrm>
            <a:off x="356413" y="1651608"/>
            <a:ext cx="11235819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b="1" dirty="0"/>
              <a:t>Aplicações Futuras para o ambiente de produção:</a:t>
            </a:r>
          </a:p>
          <a:p>
            <a:endParaRPr lang="pt-BR" sz="1600" dirty="0"/>
          </a:p>
          <a:p>
            <a:pPr marL="342900" indent="-342900">
              <a:buAutoNum type="arabicPeriod"/>
            </a:pPr>
            <a:r>
              <a:rPr lang="pt-BR" sz="1600" b="1" dirty="0"/>
              <a:t>Gestão de Chaves </a:t>
            </a:r>
          </a:p>
          <a:p>
            <a:r>
              <a:rPr lang="pt-BR" sz="1600" dirty="0"/>
              <a:t>Usar um </a:t>
            </a:r>
            <a:r>
              <a:rPr lang="pt-BR" sz="1600" b="1" dirty="0"/>
              <a:t>HSM (</a:t>
            </a:r>
            <a:r>
              <a:rPr lang="pt-BR" sz="1600" b="1" i="1" dirty="0"/>
              <a:t>Hardware Security Module</a:t>
            </a:r>
            <a:r>
              <a:rPr lang="pt-BR" sz="1600" b="1" dirty="0"/>
              <a:t>)</a:t>
            </a:r>
            <a:r>
              <a:rPr lang="pt-BR" sz="1600" dirty="0"/>
              <a:t> ou </a:t>
            </a:r>
            <a:r>
              <a:rPr lang="pt-BR" sz="1600" b="1" dirty="0"/>
              <a:t>KMS (</a:t>
            </a:r>
            <a:r>
              <a:rPr lang="pt-BR" sz="1600" b="1" i="1" dirty="0"/>
              <a:t>Key Management Service</a:t>
            </a:r>
            <a:r>
              <a:rPr lang="pt-BR" sz="1600" b="1" dirty="0"/>
              <a:t>)</a:t>
            </a:r>
            <a:r>
              <a:rPr lang="pt-BR" sz="1600" dirty="0"/>
              <a:t>.</a:t>
            </a:r>
          </a:p>
          <a:p>
            <a:endParaRPr lang="pt-BR" sz="1600" dirty="0"/>
          </a:p>
          <a:p>
            <a:r>
              <a:rPr lang="pt-BR" sz="1600" b="1" dirty="0"/>
              <a:t>Como funciona:</a:t>
            </a:r>
            <a:r>
              <a:rPr lang="pt-BR" sz="1600" dirty="0"/>
              <a:t> A chave privada é gerada dentro de um "cofre digital" da Google (Cloud KMS) ou da AWS. Ela nunca sai de lá.</a:t>
            </a:r>
          </a:p>
          <a:p>
            <a:endParaRPr lang="pt-BR" sz="1600" b="1" dirty="0"/>
          </a:p>
          <a:p>
            <a:r>
              <a:rPr lang="pt-BR" sz="1600" b="1" dirty="0"/>
              <a:t>2. A Escolha da Rede </a:t>
            </a:r>
          </a:p>
          <a:p>
            <a:r>
              <a:rPr lang="pt-BR" sz="1600" dirty="0"/>
              <a:t>A Sepolia é uma rede de testes. Os dados lá podem sumir em alguns anos e não têm validade jurídica real.</a:t>
            </a:r>
          </a:p>
          <a:p>
            <a:endParaRPr lang="pt-BR" sz="1600" dirty="0"/>
          </a:p>
          <a:p>
            <a:r>
              <a:rPr lang="pt-BR" sz="1600" b="1" dirty="0"/>
              <a:t>O que fazer: </a:t>
            </a:r>
            <a:r>
              <a:rPr lang="pt-BR" sz="1600" dirty="0"/>
              <a:t>Usar uma "</a:t>
            </a:r>
            <a:r>
              <a:rPr lang="pt-BR" sz="1600" i="1" dirty="0"/>
              <a:t>Layer</a:t>
            </a:r>
            <a:r>
              <a:rPr lang="pt-BR" sz="1600" dirty="0"/>
              <a:t> 2" do Ethereum, como </a:t>
            </a:r>
            <a:r>
              <a:rPr lang="pt-BR" sz="1600" b="1" i="1" dirty="0" err="1"/>
              <a:t>Polygon</a:t>
            </a:r>
            <a:r>
              <a:rPr lang="pt-BR" sz="1600" dirty="0"/>
              <a:t> ou </a:t>
            </a:r>
            <a:r>
              <a:rPr lang="pt-BR" sz="1600" b="1" i="1" dirty="0" err="1"/>
              <a:t>Arbitrum</a:t>
            </a:r>
            <a:r>
              <a:rPr lang="pt-BR" sz="1600" dirty="0"/>
              <a:t>. O custo por registro seria frações de centavos (</a:t>
            </a:r>
            <a:r>
              <a:rPr lang="pt-BR" sz="1600" dirty="0" err="1"/>
              <a:t>ex</a:t>
            </a:r>
            <a:r>
              <a:rPr lang="pt-BR" sz="1600" dirty="0"/>
              <a:t>: R$ 0,05 por eBRAT). É público, transparente e barato.</a:t>
            </a:r>
          </a:p>
          <a:p>
            <a:endParaRPr lang="pt-BR" sz="1600" dirty="0"/>
          </a:p>
          <a:p>
            <a:r>
              <a:rPr lang="pt-BR" sz="1600" b="1" dirty="0"/>
              <a:t>3. Automação (API "</a:t>
            </a:r>
            <a:r>
              <a:rPr lang="pt-BR" sz="1600" b="1" i="1" dirty="0"/>
              <a:t>Headless</a:t>
            </a:r>
            <a:r>
              <a:rPr lang="pt-BR" sz="1600" b="1" dirty="0"/>
              <a:t>")</a:t>
            </a:r>
          </a:p>
          <a:p>
            <a:r>
              <a:rPr lang="pt-BR" sz="1600" dirty="0"/>
              <a:t>Transformar seu código Python em uma </a:t>
            </a:r>
            <a:r>
              <a:rPr lang="pt-BR" sz="1600" b="1" i="1" dirty="0"/>
              <a:t>API REST</a:t>
            </a:r>
            <a:r>
              <a:rPr lang="pt-BR" sz="1600" i="1" dirty="0"/>
              <a:t>.</a:t>
            </a:r>
          </a:p>
          <a:p>
            <a:endParaRPr lang="pt-BR" sz="1600" i="1" dirty="0"/>
          </a:p>
          <a:p>
            <a:r>
              <a:rPr lang="pt-BR" sz="1600" b="1" dirty="0"/>
              <a:t>Porque</a:t>
            </a:r>
            <a:r>
              <a:rPr lang="pt-BR" sz="1600" dirty="0"/>
              <a:t>: Não faz sentindo a necessidade de dar upload a todos os arquivos gerados. Dessa forma, os documentos gerados seriam encaminhados diretamente para nossa rede blockchain, reduzindo o trabalho.</a:t>
            </a:r>
          </a:p>
          <a:p>
            <a:pPr algn="just"/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851830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6AFC4-D575-F890-829B-183DDA97A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3FF93956-AF98-E928-C134-464191DC34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13" y="397392"/>
            <a:ext cx="793961" cy="9883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216D367-00A2-CCEF-0DF0-298764801393}"/>
              </a:ext>
            </a:extLst>
          </p:cNvPr>
          <p:cNvSpPr txBox="1"/>
          <p:nvPr/>
        </p:nvSpPr>
        <p:spPr>
          <a:xfrm>
            <a:off x="1238864" y="397392"/>
            <a:ext cx="8917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Instituto Militar de Engenharia</a:t>
            </a:r>
          </a:p>
          <a:p>
            <a:r>
              <a:rPr lang="pt-BR" dirty="0"/>
              <a:t>Introdução à Tecnologia Blockchain e Aplicações Descentralizadas</a:t>
            </a:r>
          </a:p>
          <a:p>
            <a:r>
              <a:rPr lang="pt-BR" dirty="0"/>
              <a:t>Prof. DSc. Coronel Anderson Santos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0CD9EBC-DD98-77B4-153E-4FB65FA44A89}"/>
              </a:ext>
            </a:extLst>
          </p:cNvPr>
          <p:cNvSpPr txBox="1"/>
          <p:nvPr/>
        </p:nvSpPr>
        <p:spPr>
          <a:xfrm>
            <a:off x="1238864" y="1318294"/>
            <a:ext cx="112358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b="1" dirty="0"/>
              <a:t>MODELO PROPOSTO:</a:t>
            </a:r>
          </a:p>
          <a:p>
            <a:endParaRPr lang="pt-BR" sz="16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287D13B-B227-A6C1-EFB8-8C0AB2325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121" y="1765417"/>
            <a:ext cx="2476846" cy="144800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C11E95D-39DE-C4B6-0C13-2B91B4EA4D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2007" y="1832986"/>
            <a:ext cx="1930670" cy="1448002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EF147C30-A658-F05B-F298-556EFE9C37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6712" y="1813640"/>
            <a:ext cx="1424581" cy="139609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9AF20312-8B97-45BA-BE48-B908D6A974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121" y="3883271"/>
            <a:ext cx="1472829" cy="1872007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F0B8454-A0FB-9405-9190-282F6A529C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3865" y="3883271"/>
            <a:ext cx="2130658" cy="1976466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D1FEFCA1-652E-65AA-7EF6-9C444F58916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4738" y="3883271"/>
            <a:ext cx="1946652" cy="2105101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8B0220E8-B43A-F758-DB40-CBA1BD4740AD}"/>
              </a:ext>
            </a:extLst>
          </p:cNvPr>
          <p:cNvSpPr txBox="1"/>
          <p:nvPr/>
        </p:nvSpPr>
        <p:spPr>
          <a:xfrm>
            <a:off x="674735" y="3330694"/>
            <a:ext cx="2290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1. O arquivo é gerado e enviado para nossa rede de validação.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2B41E5D-DFDB-D2A6-9836-1845672D4B4B}"/>
              </a:ext>
            </a:extLst>
          </p:cNvPr>
          <p:cNvSpPr txBox="1"/>
          <p:nvPr/>
        </p:nvSpPr>
        <p:spPr>
          <a:xfrm>
            <a:off x="4370274" y="3333629"/>
            <a:ext cx="3294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2. O arquivo é enviado para todos os nós da rede escolhida para verificação.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BBB101B-787A-A469-B673-8F0987FFB2F9}"/>
              </a:ext>
            </a:extLst>
          </p:cNvPr>
          <p:cNvSpPr txBox="1"/>
          <p:nvPr/>
        </p:nvSpPr>
        <p:spPr>
          <a:xfrm>
            <a:off x="8311936" y="3336747"/>
            <a:ext cx="3294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3. A transição verificada é adicionada como um novo bloco em nossa rede.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1A8F5A9-784C-63BD-3603-7D14A51FB467}"/>
              </a:ext>
            </a:extLst>
          </p:cNvPr>
          <p:cNvSpPr txBox="1"/>
          <p:nvPr/>
        </p:nvSpPr>
        <p:spPr>
          <a:xfrm>
            <a:off x="511091" y="5859737"/>
            <a:ext cx="2290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4. O HASH é calculado e atribuído ao nosso bloco.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7DE9ECA-7D29-849D-ED8C-E4D5054E8EDE}"/>
              </a:ext>
            </a:extLst>
          </p:cNvPr>
          <p:cNvSpPr txBox="1"/>
          <p:nvPr/>
        </p:nvSpPr>
        <p:spPr>
          <a:xfrm>
            <a:off x="4092672" y="5947714"/>
            <a:ext cx="3814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5. O bloco é adicionado no final da nossa blockchain e enviado para todos os nós, completando a transação.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BEDA1EF-90CF-42F2-4A82-A7069B0CED1C}"/>
              </a:ext>
            </a:extLst>
          </p:cNvPr>
          <p:cNvSpPr txBox="1"/>
          <p:nvPr/>
        </p:nvSpPr>
        <p:spPr>
          <a:xfrm>
            <a:off x="8170606" y="5947714"/>
            <a:ext cx="3814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6. A nossa rede está pronta para dar transparência e confiança.</a:t>
            </a:r>
          </a:p>
        </p:txBody>
      </p:sp>
    </p:spTree>
    <p:extLst>
      <p:ext uri="{BB962C8B-B14F-4D97-AF65-F5344CB8AC3E}">
        <p14:creationId xmlns:p14="http://schemas.microsoft.com/office/powerpoint/2010/main" val="3822900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1E9CF-FD84-4169-9ACA-246319944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2AC023CC-136C-D5E3-5794-4AC54305F1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13" y="397392"/>
            <a:ext cx="793961" cy="9883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D5C693B-6199-09BC-F52A-8597248895BE}"/>
              </a:ext>
            </a:extLst>
          </p:cNvPr>
          <p:cNvSpPr txBox="1"/>
          <p:nvPr/>
        </p:nvSpPr>
        <p:spPr>
          <a:xfrm>
            <a:off x="1238864" y="397392"/>
            <a:ext cx="8917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Instituto Militar de Engenharia</a:t>
            </a:r>
          </a:p>
          <a:p>
            <a:r>
              <a:rPr lang="pt-BR" dirty="0"/>
              <a:t>Introdução à Tecnologia Blockchain e Aplicações Descentralizadas</a:t>
            </a:r>
          </a:p>
          <a:p>
            <a:r>
              <a:rPr lang="pt-BR" dirty="0"/>
              <a:t>Prof. DSc. Coronel Anderson Santos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955A93B-B449-DC5A-DC92-610BFA0C3BC7}"/>
              </a:ext>
            </a:extLst>
          </p:cNvPr>
          <p:cNvSpPr txBox="1"/>
          <p:nvPr/>
        </p:nvSpPr>
        <p:spPr>
          <a:xfrm>
            <a:off x="356413" y="1583765"/>
            <a:ext cx="112358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b="1" dirty="0"/>
              <a:t>TELA DE CONSULTA:</a:t>
            </a:r>
          </a:p>
          <a:p>
            <a:endParaRPr lang="pt-BR" sz="1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95A3413-7414-9104-B30C-2B36802604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2910"/>
          <a:stretch>
            <a:fillRect/>
          </a:stretch>
        </p:blipFill>
        <p:spPr>
          <a:xfrm>
            <a:off x="1209517" y="2168540"/>
            <a:ext cx="9772965" cy="39563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15879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1ACFF-8E60-4022-29E3-686E76C49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65659DCF-DBDD-FE66-B6B0-D794582B52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13" y="397392"/>
            <a:ext cx="793961" cy="9883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F682912-6216-B993-B5C1-4C3172314A42}"/>
              </a:ext>
            </a:extLst>
          </p:cNvPr>
          <p:cNvSpPr txBox="1"/>
          <p:nvPr/>
        </p:nvSpPr>
        <p:spPr>
          <a:xfrm>
            <a:off x="1238864" y="397392"/>
            <a:ext cx="8917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Instituto Militar de Engenharia</a:t>
            </a:r>
          </a:p>
          <a:p>
            <a:r>
              <a:rPr lang="pt-BR" dirty="0"/>
              <a:t>Introdução à Tecnologia Blockchain e Aplicações Descentralizadas</a:t>
            </a:r>
          </a:p>
          <a:p>
            <a:r>
              <a:rPr lang="pt-BR" dirty="0"/>
              <a:t>Prof. DSc. Coronel Anderson Santos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4B38497-B863-A58D-F208-2FC85C185EE5}"/>
              </a:ext>
            </a:extLst>
          </p:cNvPr>
          <p:cNvSpPr txBox="1"/>
          <p:nvPr/>
        </p:nvSpPr>
        <p:spPr>
          <a:xfrm>
            <a:off x="356413" y="1583765"/>
            <a:ext cx="112358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b="1" dirty="0"/>
              <a:t>TELA DE CONSULTA:</a:t>
            </a:r>
          </a:p>
          <a:p>
            <a:endParaRPr lang="pt-BR" sz="16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2A2B179-92BB-DAFD-4FEA-ABF8C2016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8642" y="2168540"/>
            <a:ext cx="7491360" cy="42369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18977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216FE-997D-5505-304A-D89BB1BE9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86350D48-0E68-BBEF-69FC-F60185CEA5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13" y="397392"/>
            <a:ext cx="793961" cy="9883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1F6E766-2FE7-0CC1-F4F5-86D122AF53F6}"/>
              </a:ext>
            </a:extLst>
          </p:cNvPr>
          <p:cNvSpPr txBox="1"/>
          <p:nvPr/>
        </p:nvSpPr>
        <p:spPr>
          <a:xfrm>
            <a:off x="1238864" y="397392"/>
            <a:ext cx="8917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Instituto Militar de Engenharia</a:t>
            </a:r>
          </a:p>
          <a:p>
            <a:r>
              <a:rPr lang="pt-BR" dirty="0"/>
              <a:t>Introdução à Tecnologia Blockchain e Aplicações Descentralizadas</a:t>
            </a:r>
          </a:p>
          <a:p>
            <a:r>
              <a:rPr lang="pt-BR" dirty="0"/>
              <a:t>Prof. DSc. Coronel Anderson Santos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24012C4-C7A7-8919-AEC1-61FFF04B4E2E}"/>
              </a:ext>
            </a:extLst>
          </p:cNvPr>
          <p:cNvSpPr txBox="1"/>
          <p:nvPr/>
        </p:nvSpPr>
        <p:spPr>
          <a:xfrm>
            <a:off x="356413" y="1583765"/>
            <a:ext cx="112358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b="1" dirty="0"/>
              <a:t>TELA DE CONSULTA:</a:t>
            </a:r>
          </a:p>
          <a:p>
            <a:endParaRPr lang="pt-BR" sz="1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68BB37B-9287-4C5E-AB86-A715C686F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864" y="2252405"/>
            <a:ext cx="9242323" cy="40050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019733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50109-1E59-643F-28DD-1D608698F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AE16DE30-0D6A-9F12-F616-1760F253F9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13" y="397392"/>
            <a:ext cx="793961" cy="9883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43D2373-94E5-BF78-5B03-8EEB1A071F9A}"/>
              </a:ext>
            </a:extLst>
          </p:cNvPr>
          <p:cNvSpPr txBox="1"/>
          <p:nvPr/>
        </p:nvSpPr>
        <p:spPr>
          <a:xfrm>
            <a:off x="1238864" y="397392"/>
            <a:ext cx="8917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Instituto Militar de Engenharia</a:t>
            </a:r>
          </a:p>
          <a:p>
            <a:r>
              <a:rPr lang="pt-BR" dirty="0"/>
              <a:t>Introdução à Tecnologia Blockchain e Aplicações Descentralizadas</a:t>
            </a:r>
          </a:p>
          <a:p>
            <a:r>
              <a:rPr lang="pt-BR" dirty="0"/>
              <a:t>Prof. DSc. Coronel Anderson Santos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ABB26A1-662B-2E63-4982-4CF1F2AE1241}"/>
              </a:ext>
            </a:extLst>
          </p:cNvPr>
          <p:cNvSpPr txBox="1"/>
          <p:nvPr/>
        </p:nvSpPr>
        <p:spPr>
          <a:xfrm>
            <a:off x="356413" y="1583765"/>
            <a:ext cx="112358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b="1" dirty="0"/>
              <a:t>TELA DE REGISTRO:</a:t>
            </a:r>
          </a:p>
          <a:p>
            <a:endParaRPr lang="pt-BR" sz="16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E6843D3-9BC9-6E1B-F8FC-D9F51291BA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768" y="2168540"/>
            <a:ext cx="10697497" cy="40075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50654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BA8C2-1EAF-CEAD-86DB-C0D8E7BC1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B03E5FC2-6063-87B0-0DD9-9F5E41716F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13" y="397392"/>
            <a:ext cx="793961" cy="9883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C17993C-20E4-22CF-DE06-D2B25EC5676A}"/>
              </a:ext>
            </a:extLst>
          </p:cNvPr>
          <p:cNvSpPr txBox="1"/>
          <p:nvPr/>
        </p:nvSpPr>
        <p:spPr>
          <a:xfrm>
            <a:off x="1238864" y="397392"/>
            <a:ext cx="8917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Instituto Militar de Engenharia</a:t>
            </a:r>
          </a:p>
          <a:p>
            <a:r>
              <a:rPr lang="pt-BR" dirty="0"/>
              <a:t>Introdução à Tecnologia Blockchain e Aplicações Descentralizadas</a:t>
            </a:r>
          </a:p>
          <a:p>
            <a:r>
              <a:rPr lang="pt-BR" dirty="0"/>
              <a:t>Prof. DSc. Coronel Anderson Santos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86BA68D-8311-FFA7-7F7D-57170336DF2E}"/>
              </a:ext>
            </a:extLst>
          </p:cNvPr>
          <p:cNvSpPr txBox="1"/>
          <p:nvPr/>
        </p:nvSpPr>
        <p:spPr>
          <a:xfrm>
            <a:off x="356413" y="1583765"/>
            <a:ext cx="112358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b="1" dirty="0"/>
              <a:t>TELA DE REGISTRO:</a:t>
            </a:r>
          </a:p>
          <a:p>
            <a:endParaRPr lang="pt-BR" sz="1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1F7A96B-18A7-E8F0-F7B6-6FB5CAA1A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516" y="2041623"/>
            <a:ext cx="11543071" cy="42303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22761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B652B-B2F0-503B-EBA8-75B16FC04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14DD0387-0D0B-3573-3D54-8067FEBFAD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13" y="397392"/>
            <a:ext cx="793961" cy="9883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41F525F-15A4-B93D-8961-B1F35B234EE8}"/>
              </a:ext>
            </a:extLst>
          </p:cNvPr>
          <p:cNvSpPr txBox="1"/>
          <p:nvPr/>
        </p:nvSpPr>
        <p:spPr>
          <a:xfrm>
            <a:off x="1238864" y="397392"/>
            <a:ext cx="8917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Instituto Militar de Engenharia</a:t>
            </a:r>
          </a:p>
          <a:p>
            <a:r>
              <a:rPr lang="pt-BR" dirty="0"/>
              <a:t>Introdução à Tecnologia Blockchain e Aplicações Descentralizadas</a:t>
            </a:r>
          </a:p>
          <a:p>
            <a:r>
              <a:rPr lang="pt-BR" dirty="0"/>
              <a:t>Prof. DSc. Coronel Anderson Santos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5591C6E-5ECC-B6EA-A8DA-3A1DE662DFDB}"/>
              </a:ext>
            </a:extLst>
          </p:cNvPr>
          <p:cNvSpPr txBox="1"/>
          <p:nvPr/>
        </p:nvSpPr>
        <p:spPr>
          <a:xfrm>
            <a:off x="356413" y="1583765"/>
            <a:ext cx="112358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b="1" dirty="0"/>
              <a:t>ETHERSCAN:</a:t>
            </a:r>
          </a:p>
          <a:p>
            <a:endParaRPr lang="pt-BR" sz="16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47DE355-7D89-7DF9-ED87-54E755F2A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2045" y="1685069"/>
            <a:ext cx="7287910" cy="47755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58504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3A8D5-2896-6012-2BA0-BFBFCD919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C672BB30-8AB8-4030-33D3-F123A81CE3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13" y="397392"/>
            <a:ext cx="793961" cy="9883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419098F8-EF74-6296-AB14-7CA8BB516217}"/>
              </a:ext>
            </a:extLst>
          </p:cNvPr>
          <p:cNvSpPr txBox="1"/>
          <p:nvPr/>
        </p:nvSpPr>
        <p:spPr>
          <a:xfrm>
            <a:off x="1238864" y="397392"/>
            <a:ext cx="8917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Instituto Militar de Engenharia</a:t>
            </a:r>
          </a:p>
          <a:p>
            <a:r>
              <a:rPr lang="pt-BR" dirty="0"/>
              <a:t>Introdução à Tecnologia Blockchain e Aplicações Descentralizadas</a:t>
            </a:r>
          </a:p>
          <a:p>
            <a:r>
              <a:rPr lang="pt-BR" dirty="0"/>
              <a:t>Prof. DSc. Coronel Anderson Santos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2AAD9BA-8A11-3DBF-BFDA-D8E38F46B040}"/>
              </a:ext>
            </a:extLst>
          </p:cNvPr>
          <p:cNvSpPr txBox="1"/>
          <p:nvPr/>
        </p:nvSpPr>
        <p:spPr>
          <a:xfrm>
            <a:off x="356413" y="1583765"/>
            <a:ext cx="112358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b="1" dirty="0"/>
              <a:t>ETHERSCAN:</a:t>
            </a:r>
          </a:p>
          <a:p>
            <a:endParaRPr lang="pt-BR" sz="1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553AABC-5B6C-BFDE-F2FD-25549B7988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7457" y="2168540"/>
            <a:ext cx="8573729" cy="43325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77463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03C6B-E3D8-9663-3651-5C298A476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5463F8C9-26DA-9A9A-D7D2-13AA44CC36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13" y="397392"/>
            <a:ext cx="793961" cy="9883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6C84DC3-D3C7-1990-E41E-9C73EF706315}"/>
              </a:ext>
            </a:extLst>
          </p:cNvPr>
          <p:cNvSpPr txBox="1"/>
          <p:nvPr/>
        </p:nvSpPr>
        <p:spPr>
          <a:xfrm>
            <a:off x="1238864" y="397392"/>
            <a:ext cx="8917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Instituto Militar de Engenharia</a:t>
            </a:r>
          </a:p>
          <a:p>
            <a:r>
              <a:rPr lang="pt-BR" dirty="0"/>
              <a:t>Introdução à Tecnologia Blockchain e Aplicações Descentralizadas</a:t>
            </a:r>
          </a:p>
          <a:p>
            <a:r>
              <a:rPr lang="pt-BR" dirty="0"/>
              <a:t>Prof. DSc. Coronel Anderson Santos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9F66E1F-1921-E940-53EC-683075106597}"/>
              </a:ext>
            </a:extLst>
          </p:cNvPr>
          <p:cNvSpPr txBox="1"/>
          <p:nvPr/>
        </p:nvSpPr>
        <p:spPr>
          <a:xfrm>
            <a:off x="356412" y="2346984"/>
            <a:ext cx="7639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https://github.com/thyagoferreira/intro_blockchain_ebrat/tee/main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9E67EAD-8FF8-9B34-90C2-8A513B6053FA}"/>
              </a:ext>
            </a:extLst>
          </p:cNvPr>
          <p:cNvSpPr txBox="1"/>
          <p:nvPr/>
        </p:nvSpPr>
        <p:spPr>
          <a:xfrm>
            <a:off x="356411" y="1912649"/>
            <a:ext cx="7639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Projeto no GitHub: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2B80D1E-A47F-2F90-039D-7B32ED0E87D4}"/>
              </a:ext>
            </a:extLst>
          </p:cNvPr>
          <p:cNvSpPr txBox="1"/>
          <p:nvPr/>
        </p:nvSpPr>
        <p:spPr>
          <a:xfrm>
            <a:off x="356411" y="2967335"/>
            <a:ext cx="109125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"Em vez de depositar nossa confiança em uma autoridade central, depositamos nossa confiança na criptografia e na matemática.“</a:t>
            </a:r>
          </a:p>
          <a:p>
            <a:endParaRPr lang="pt-BR" dirty="0"/>
          </a:p>
          <a:p>
            <a:r>
              <a:rPr lang="pt-BR" dirty="0"/>
              <a:t>— </a:t>
            </a:r>
            <a:r>
              <a:rPr lang="pt-BR" i="1" dirty="0" err="1"/>
              <a:t>Vitalik</a:t>
            </a:r>
            <a:r>
              <a:rPr lang="pt-BR" i="1" dirty="0"/>
              <a:t> </a:t>
            </a:r>
            <a:r>
              <a:rPr lang="pt-BR" i="1" dirty="0" err="1"/>
              <a:t>Buterin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2976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1241</Words>
  <Application>Microsoft Office PowerPoint</Application>
  <PresentationFormat>Widescreen</PresentationFormat>
  <Paragraphs>185</Paragraphs>
  <Slides>19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Thyago Ferreira</dc:creator>
  <cp:lastModifiedBy>Thyago Ferreira</cp:lastModifiedBy>
  <cp:revision>1</cp:revision>
  <dcterms:created xsi:type="dcterms:W3CDTF">2025-11-23T14:04:48Z</dcterms:created>
  <dcterms:modified xsi:type="dcterms:W3CDTF">2025-11-23T15:47:22Z</dcterms:modified>
</cp:coreProperties>
</file>